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Lexend SemiBold"/>
      <p:regular r:id="rId26"/>
      <p:bold r:id="rId27"/>
    </p:embeddedFont>
    <p:embeddedFont>
      <p:font typeface="Lexend Light"/>
      <p:regular r:id="rId28"/>
      <p:bold r:id="rId29"/>
    </p:embeddedFont>
    <p:embeddedFont>
      <p:font typeface="Lexend Medium"/>
      <p:regular r:id="rId30"/>
      <p:bold r:id="rId31"/>
    </p:embeddedFont>
    <p:embeddedFont>
      <p:font typeface="Lexend"/>
      <p:regular r:id="rId32"/>
      <p:bold r:id="rId33"/>
    </p:embeddedFont>
    <p:embeddedFont>
      <p:font typeface="Sora"/>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exendSemiBold-regular.fntdata"/><Relationship Id="rId25" Type="http://schemas.openxmlformats.org/officeDocument/2006/relationships/slide" Target="slides/slide19.xml"/><Relationship Id="rId28" Type="http://schemas.openxmlformats.org/officeDocument/2006/relationships/font" Target="fonts/LexendLight-regular.fntdata"/><Relationship Id="rId27" Type="http://schemas.openxmlformats.org/officeDocument/2006/relationships/font" Target="fonts/Lexend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exend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Medium-bold.fntdata"/><Relationship Id="rId30" Type="http://schemas.openxmlformats.org/officeDocument/2006/relationships/font" Target="fonts/LexendMedium-regular.fntdata"/><Relationship Id="rId11" Type="http://schemas.openxmlformats.org/officeDocument/2006/relationships/slide" Target="slides/slide5.xml"/><Relationship Id="rId33" Type="http://schemas.openxmlformats.org/officeDocument/2006/relationships/font" Target="fonts/Lexend-bold.fntdata"/><Relationship Id="rId10" Type="http://schemas.openxmlformats.org/officeDocument/2006/relationships/slide" Target="slides/slide4.xml"/><Relationship Id="rId32" Type="http://schemas.openxmlformats.org/officeDocument/2006/relationships/font" Target="fonts/Lexend-regular.fntdata"/><Relationship Id="rId13" Type="http://schemas.openxmlformats.org/officeDocument/2006/relationships/slide" Target="slides/slide7.xml"/><Relationship Id="rId35" Type="http://schemas.openxmlformats.org/officeDocument/2006/relationships/font" Target="fonts/Sora-bold.fntdata"/><Relationship Id="rId12" Type="http://schemas.openxmlformats.org/officeDocument/2006/relationships/slide" Target="slides/slide6.xml"/><Relationship Id="rId34" Type="http://schemas.openxmlformats.org/officeDocument/2006/relationships/font" Target="fonts/Sora-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a0dc021a1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8" name="Google Shape;1908;g3a0dc021a1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3a0dc021a1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3a0dc021a1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3a0dc021a1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g3a0dc021a1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3a0dc021a19_0_2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5" name="Google Shape;1985;g3a0dc021a19_0_2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g3a0dc021a1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2" name="Google Shape;1992;g3a0dc021a1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3a0dc021a1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5" name="Google Shape;2005;g3a0dc021a1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Our front-end design primarily involves finding a suitable framework like Figma or Flutter to determine the overall style of the interface.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Then, I build a demo to preview the layout and test user interactions.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After verifying usability, I recreate the final UI using React—this allows for dynamic rendering and component-based development.</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5" name="Shape 2025"/>
        <p:cNvGrpSpPr/>
        <p:nvPr/>
      </p:nvGrpSpPr>
      <p:grpSpPr>
        <a:xfrm>
          <a:off x="0" y="0"/>
          <a:ext cx="0" cy="0"/>
          <a:chOff x="0" y="0"/>
          <a:chExt cx="0" cy="0"/>
        </a:xfrm>
      </p:grpSpPr>
      <p:sp>
        <p:nvSpPr>
          <p:cNvPr id="2026" name="Google Shape;2026;g3a0dc021a19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7" name="Google Shape;2027;g3a0dc021a19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page showcases our login system. On the front end, we've designed a clean and modern login interface. The 'Switch to Register' feature allows users to easily navigate to the registration page.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 the back end, the login system connects to an SQLite database. User information is stored in the `users` table, and the system uses unique constraints to ensure that usernames are not duplicated. We also use `localStorage` or `sessionStorage` to store user login states. Furthermore, we chose between traditional databases and NoSQL databases, finding that NoSQL databases are easier to scale than traditional databases.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g3a0dc021a19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8" name="Google Shape;2048;g3a0dc021a19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this page, I've shown the entire ERD structure of the database. The users table is the core, and it's linked to multiple functional module tables via foreign keys, such as learning records, progress, settings, and learning partners."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3a0dc021a19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8" name="Google Shape;2058;g3a0dc021a19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We currently have four main UI pages, and the most important one is the Study Page.</a:t>
            </a:r>
            <a:br>
              <a:rPr lang="en" sz="1200">
                <a:solidFill>
                  <a:schemeClr val="dk1"/>
                </a:solidFill>
              </a:rPr>
            </a:br>
            <a:r>
              <a:rPr lang="en" sz="1200">
                <a:solidFill>
                  <a:schemeClr val="dk1"/>
                </a:solidFill>
              </a:rPr>
              <a:t> Here, users can choose their weekly study time goals, which are recorded in the database.</a:t>
            </a:r>
            <a:br>
              <a:rPr lang="en" sz="1200">
                <a:solidFill>
                  <a:schemeClr val="dk1"/>
                </a:solidFill>
              </a:rPr>
            </a:br>
            <a:r>
              <a:rPr lang="en" sz="1200">
                <a:solidFill>
                  <a:schemeClr val="dk1"/>
                </a:solidFill>
              </a:rPr>
              <a:t> If the user pauses or closes the app, the progress is not reset but saved — ensuring accurate tracking of study time.</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g3a0dc021a1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0" name="Google Shape;2080;g3a0dc021a19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g3a0dc021a1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8" name="Google Shape;2108;g3a0dc021a1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In the future design, we plan to add a navigation bar and a main Home interface.</a:t>
            </a:r>
            <a:br>
              <a:rPr lang="en" sz="1200">
                <a:solidFill>
                  <a:schemeClr val="dk1"/>
                </a:solidFill>
              </a:rPr>
            </a:br>
            <a:r>
              <a:rPr lang="en" sz="1200">
                <a:solidFill>
                  <a:schemeClr val="dk1"/>
                </a:solidFill>
              </a:rPr>
              <a:t> As a user, I want to quickly find what I need without searching through multiple pages.</a:t>
            </a:r>
            <a:br>
              <a:rPr lang="en" sz="1200">
                <a:solidFill>
                  <a:schemeClr val="dk1"/>
                </a:solidFill>
              </a:rPr>
            </a:br>
            <a:r>
              <a:rPr lang="en" sz="1200">
                <a:solidFill>
                  <a:schemeClr val="dk1"/>
                </a:solidFill>
              </a:rPr>
              <a:t> The navigation bar will connect the four main pages — Study, Game, Calendar, and Settings — making the app easier to use.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 Home page will host our virtual companion, the Buddy.</a:t>
            </a:r>
            <a:br>
              <a:rPr lang="en" sz="1200">
                <a:solidFill>
                  <a:schemeClr val="dk1"/>
                </a:solidFill>
              </a:rPr>
            </a:br>
            <a:r>
              <a:rPr lang="en" sz="1200">
                <a:solidFill>
                  <a:schemeClr val="dk1"/>
                </a:solidFill>
              </a:rPr>
              <a:t> This Buddy will accompany the user’s study journey, providing encouragement and a sense of growth.</a:t>
            </a:r>
            <a:br>
              <a:rPr lang="en" sz="1200">
                <a:solidFill>
                  <a:schemeClr val="dk1"/>
                </a:solidFill>
              </a:rPr>
            </a:br>
            <a:r>
              <a:rPr lang="en" sz="1200">
                <a:solidFill>
                  <a:schemeClr val="dk1"/>
                </a:solidFill>
              </a:rPr>
              <a:t> The idea is to combine productivity with emotional motivation — helping users learn something new every day.</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g3a0dc021a19_0_2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8" name="Google Shape;2118;g3a0dc021a19_0_2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This page shows our frontend component structure.</a:t>
            </a:r>
            <a:br>
              <a:rPr lang="en" sz="1200">
                <a:solidFill>
                  <a:schemeClr val="dk1"/>
                </a:solidFill>
              </a:rPr>
            </a:br>
            <a:br>
              <a:rPr lang="en" sz="1200">
                <a:solidFill>
                  <a:schemeClr val="dk1"/>
                </a:solidFill>
              </a:rPr>
            </a:br>
            <a:r>
              <a:rPr lang="en" sz="1200">
                <a:solidFill>
                  <a:schemeClr val="dk1"/>
                </a:solidFill>
              </a:rPr>
              <a:t> If we need to add new pages in the future, we can easily identify where they should be added and how they connect to the existing components.</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4" name="Shape 2124"/>
        <p:cNvGrpSpPr/>
        <p:nvPr/>
      </p:nvGrpSpPr>
      <p:grpSpPr>
        <a:xfrm>
          <a:off x="0" y="0"/>
          <a:ext cx="0" cy="0"/>
          <a:chOff x="0" y="0"/>
          <a:chExt cx="0" cy="0"/>
        </a:xfrm>
      </p:grpSpPr>
      <p:sp>
        <p:nvSpPr>
          <p:cNvPr id="2125" name="Google Shape;2125;g3a0dc021a19_0_2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6" name="Google Shape;2126;g3a0dc021a19_0_2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g3a0dc021a19_0_2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0" name="Google Shape;2140;g3a0dc021a19_0_2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a0dc021a19_0_2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0" name="Google Shape;2150;g3a0dc021a19_0_2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6" name="Shape 2186"/>
        <p:cNvGrpSpPr/>
        <p:nvPr/>
      </p:nvGrpSpPr>
      <p:grpSpPr>
        <a:xfrm>
          <a:off x="0" y="0"/>
          <a:ext cx="0" cy="0"/>
          <a:chOff x="0" y="0"/>
          <a:chExt cx="0" cy="0"/>
        </a:xfrm>
      </p:grpSpPr>
      <p:sp>
        <p:nvSpPr>
          <p:cNvPr id="2187" name="Google Shape;2187;g3a0dc021a19_0_2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8" name="Google Shape;2188;g3a0dc021a19_0_2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3a0dc021a19_0_2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8" name="Google Shape;2198;g3a0dc021a19_0_2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g3a0dc021a19_0_2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1" name="Google Shape;2211;g3a0dc021a19_0_2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g3a0dc021a19_0_2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8" name="Google Shape;2218;g3a0dc021a19_0_2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54" name="Shape 54"/>
        <p:cNvGrpSpPr/>
        <p:nvPr/>
      </p:nvGrpSpPr>
      <p:grpSpPr>
        <a:xfrm>
          <a:off x="0" y="0"/>
          <a:ext cx="0" cy="0"/>
          <a:chOff x="0" y="0"/>
          <a:chExt cx="0" cy="0"/>
        </a:xfrm>
      </p:grpSpPr>
      <p:sp>
        <p:nvSpPr>
          <p:cNvPr id="55" name="Google Shape;55;p1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57" name="Google Shape;57;p14"/>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58" name="Google Shape;58;p14"/>
          <p:cNvSpPr txBox="1"/>
          <p:nvPr>
            <p:ph idx="2"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4"/>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61" name="Google Shape;61;p14"/>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62" name="Shape 62"/>
        <p:cNvGrpSpPr/>
        <p:nvPr/>
      </p:nvGrpSpPr>
      <p:grpSpPr>
        <a:xfrm>
          <a:off x="0" y="0"/>
          <a:ext cx="0" cy="0"/>
          <a:chOff x="0" y="0"/>
          <a:chExt cx="0" cy="0"/>
        </a:xfrm>
      </p:grpSpPr>
      <p:grpSp>
        <p:nvGrpSpPr>
          <p:cNvPr id="63" name="Google Shape;63;p15"/>
          <p:cNvGrpSpPr/>
          <p:nvPr/>
        </p:nvGrpSpPr>
        <p:grpSpPr>
          <a:xfrm>
            <a:off x="-6096" y="-3429"/>
            <a:ext cx="9156192" cy="5150358"/>
            <a:chOff x="0" y="0"/>
            <a:chExt cx="12192000" cy="6858000"/>
          </a:xfrm>
        </p:grpSpPr>
        <p:sp>
          <p:nvSpPr>
            <p:cNvPr id="64" name="Google Shape;64;p1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 name="Google Shape;65;p1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 name="Google Shape;66;p1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 name="Google Shape;67;p1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 name="Google Shape;68;p1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 name="Google Shape;69;p1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 name="Google Shape;70;p1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 name="Google Shape;71;p1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 name="Google Shape;72;p1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 name="Google Shape;73;p1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 name="Google Shape;74;p1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 name="Google Shape;75;p1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 name="Google Shape;76;p1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 name="Google Shape;77;p1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 name="Google Shape;78;p1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 name="Google Shape;79;p1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 name="Google Shape;80;p1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 name="Google Shape;81;p1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 name="Google Shape;82;p1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 name="Google Shape;83;p1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 name="Google Shape;84;p1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 name="Google Shape;85;p1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 name="Google Shape;86;p1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 name="Google Shape;87;p1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 name="Google Shape;88;p1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 name="Google Shape;89;p1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 name="Google Shape;90;p1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 name="Google Shape;91;p1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 name="Google Shape;92;p1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 name="Google Shape;93;p1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 name="Google Shape;94;p1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 name="Google Shape;95;p1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 name="Google Shape;96;p1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 name="Google Shape;97;p1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 name="Google Shape;98;p1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 name="Google Shape;99;p1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1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1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1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1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1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1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1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1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1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1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1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1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1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 name="Google Shape;113;p1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 name="Google Shape;114;p1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 name="Google Shape;115;p1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 name="Google Shape;116;p1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 name="Google Shape;117;p1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 name="Google Shape;118;p1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 name="Google Shape;119;p1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 name="Google Shape;120;p1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 name="Google Shape;121;p1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 name="Google Shape;122;p1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3" name="Google Shape;123;p1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25" name="Google Shape;125;p15"/>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26" name="Google Shape;126;p15"/>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27" name="Google Shape;127;p15"/>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128" name="Google Shape;128;p15"/>
          <p:cNvSpPr txBox="1"/>
          <p:nvPr>
            <p:ph idx="4" type="subTitle"/>
          </p:nvPr>
        </p:nvSpPr>
        <p:spPr>
          <a:xfrm>
            <a:off x="5767125" y="57270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5"/>
          <p:cNvSpPr txBox="1"/>
          <p:nvPr>
            <p:ph type="title"/>
          </p:nvPr>
        </p:nvSpPr>
        <p:spPr>
          <a:xfrm>
            <a:off x="208725" y="344175"/>
            <a:ext cx="5340900" cy="18183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130" name="Shape 130"/>
        <p:cNvGrpSpPr/>
        <p:nvPr/>
      </p:nvGrpSpPr>
      <p:grpSpPr>
        <a:xfrm>
          <a:off x="0" y="0"/>
          <a:ext cx="0" cy="0"/>
          <a:chOff x="0" y="0"/>
          <a:chExt cx="0" cy="0"/>
        </a:xfrm>
      </p:grpSpPr>
      <p:grpSp>
        <p:nvGrpSpPr>
          <p:cNvPr id="131" name="Google Shape;131;p16"/>
          <p:cNvGrpSpPr/>
          <p:nvPr/>
        </p:nvGrpSpPr>
        <p:grpSpPr>
          <a:xfrm>
            <a:off x="-6096" y="-3429"/>
            <a:ext cx="9156192" cy="5150358"/>
            <a:chOff x="0" y="0"/>
            <a:chExt cx="12192000" cy="6858000"/>
          </a:xfrm>
        </p:grpSpPr>
        <p:sp>
          <p:nvSpPr>
            <p:cNvPr id="132" name="Google Shape;132;p1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 name="Google Shape;133;p1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 name="Google Shape;134;p1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 name="Google Shape;135;p1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 name="Google Shape;136;p1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 name="Google Shape;137;p1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 name="Google Shape;138;p1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 name="Google Shape;139;p1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 name="Google Shape;140;p1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 name="Google Shape;141;p1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 name="Google Shape;142;p1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 name="Google Shape;143;p1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 name="Google Shape;144;p1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 name="Google Shape;145;p1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 name="Google Shape;146;p1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 name="Google Shape;147;p1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 name="Google Shape;148;p1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 name="Google Shape;149;p1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 name="Google Shape;150;p1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 name="Google Shape;151;p1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 name="Google Shape;152;p1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 name="Google Shape;153;p1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 name="Google Shape;154;p1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 name="Google Shape;155;p1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 name="Google Shape;156;p1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 name="Google Shape;157;p1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 name="Google Shape;158;p1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 name="Google Shape;159;p1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 name="Google Shape;160;p1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 name="Google Shape;161;p1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 name="Google Shape;162;p1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 name="Google Shape;163;p1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 name="Google Shape;164;p1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 name="Google Shape;165;p1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 name="Google Shape;166;p1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 name="Google Shape;167;p1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 name="Google Shape;168;p1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 name="Google Shape;169;p1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 name="Google Shape;170;p1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 name="Google Shape;171;p1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 name="Google Shape;172;p1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 name="Google Shape;173;p1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 name="Google Shape;174;p1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 name="Google Shape;175;p1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 name="Google Shape;176;p1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 name="Google Shape;177;p1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 name="Google Shape;178;p1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 name="Google Shape;179;p1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 name="Google Shape;180;p1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 name="Google Shape;181;p1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 name="Google Shape;182;p1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 name="Google Shape;183;p1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 name="Google Shape;184;p1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 name="Google Shape;185;p1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 name="Google Shape;186;p1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 name="Google Shape;187;p1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 name="Google Shape;188;p1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 name="Google Shape;189;p1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 name="Google Shape;190;p1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1" name="Google Shape;191;p1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93" name="Google Shape;193;p16"/>
          <p:cNvSpPr txBox="1"/>
          <p:nvPr>
            <p:ph type="title"/>
          </p:nvPr>
        </p:nvSpPr>
        <p:spPr>
          <a:xfrm>
            <a:off x="1579100" y="491225"/>
            <a:ext cx="4966200" cy="7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 name="Google Shape;194;p1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95" name="Google Shape;195;p16"/>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96" name="Google Shape;196;p16"/>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97" name="Shape 197"/>
        <p:cNvGrpSpPr/>
        <p:nvPr/>
      </p:nvGrpSpPr>
      <p:grpSpPr>
        <a:xfrm>
          <a:off x="0" y="0"/>
          <a:ext cx="0" cy="0"/>
          <a:chOff x="0" y="0"/>
          <a:chExt cx="0" cy="0"/>
        </a:xfrm>
      </p:grpSpPr>
      <p:grpSp>
        <p:nvGrpSpPr>
          <p:cNvPr id="198" name="Google Shape;198;p17"/>
          <p:cNvGrpSpPr/>
          <p:nvPr/>
        </p:nvGrpSpPr>
        <p:grpSpPr>
          <a:xfrm>
            <a:off x="-6096" y="-3429"/>
            <a:ext cx="9156192" cy="5150358"/>
            <a:chOff x="0" y="0"/>
            <a:chExt cx="12192000" cy="6858000"/>
          </a:xfrm>
        </p:grpSpPr>
        <p:sp>
          <p:nvSpPr>
            <p:cNvPr id="199" name="Google Shape;199;p1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 name="Google Shape;200;p1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 name="Google Shape;201;p1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 name="Google Shape;202;p1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3" name="Google Shape;203;p1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4" name="Google Shape;204;p1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5" name="Google Shape;205;p1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 name="Google Shape;206;p1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 name="Google Shape;207;p1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 name="Google Shape;208;p1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 name="Google Shape;209;p1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 name="Google Shape;210;p1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 name="Google Shape;211;p1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 name="Google Shape;212;p1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3" name="Google Shape;213;p1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4" name="Google Shape;214;p1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5" name="Google Shape;215;p1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6" name="Google Shape;216;p1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7" name="Google Shape;217;p1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8" name="Google Shape;218;p1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9" name="Google Shape;219;p1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0" name="Google Shape;220;p1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1" name="Google Shape;221;p1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 name="Google Shape;222;p1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 name="Google Shape;223;p1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4" name="Google Shape;224;p1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5" name="Google Shape;225;p1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6" name="Google Shape;226;p1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7" name="Google Shape;227;p1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8" name="Google Shape;228;p1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9" name="Google Shape;229;p1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0" name="Google Shape;230;p1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1" name="Google Shape;231;p1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2" name="Google Shape;232;p1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3" name="Google Shape;233;p1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4" name="Google Shape;234;p1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5" name="Google Shape;235;p1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6" name="Google Shape;236;p1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7" name="Google Shape;237;p1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8" name="Google Shape;238;p1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9" name="Google Shape;239;p1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0" name="Google Shape;240;p1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1" name="Google Shape;241;p1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 name="Google Shape;242;p1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 name="Google Shape;243;p1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 name="Google Shape;244;p1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 name="Google Shape;245;p1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 name="Google Shape;246;p1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 name="Google Shape;247;p1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 name="Google Shape;248;p1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9" name="Google Shape;249;p1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0" name="Google Shape;250;p1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1" name="Google Shape;251;p1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2" name="Google Shape;252;p1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3" name="Google Shape;253;p1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4" name="Google Shape;254;p1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5" name="Google Shape;255;p1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6" name="Google Shape;256;p1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7" name="Google Shape;257;p1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58" name="Google Shape;258;p1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60" name="Google Shape;260;p17"/>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61" name="Google Shape;261;p17"/>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62" name="Google Shape;262;p17"/>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63" name="Google Shape;263;p17"/>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17"/>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17"/>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66" name="Shape 266"/>
        <p:cNvGrpSpPr/>
        <p:nvPr/>
      </p:nvGrpSpPr>
      <p:grpSpPr>
        <a:xfrm>
          <a:off x="0" y="0"/>
          <a:ext cx="0" cy="0"/>
          <a:chOff x="0" y="0"/>
          <a:chExt cx="0" cy="0"/>
        </a:xfrm>
      </p:grpSpPr>
      <p:grpSp>
        <p:nvGrpSpPr>
          <p:cNvPr id="267" name="Google Shape;267;p18"/>
          <p:cNvGrpSpPr/>
          <p:nvPr/>
        </p:nvGrpSpPr>
        <p:grpSpPr>
          <a:xfrm>
            <a:off x="-6096" y="-3429"/>
            <a:ext cx="9156192" cy="5150358"/>
            <a:chOff x="0" y="0"/>
            <a:chExt cx="12192000" cy="6858000"/>
          </a:xfrm>
        </p:grpSpPr>
        <p:sp>
          <p:nvSpPr>
            <p:cNvPr id="268" name="Google Shape;268;p1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9" name="Google Shape;269;p1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0" name="Google Shape;270;p1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1" name="Google Shape;271;p1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2" name="Google Shape;272;p1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 name="Google Shape;273;p1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 name="Google Shape;274;p1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 name="Google Shape;275;p1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 name="Google Shape;276;p1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 name="Google Shape;277;p1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 name="Google Shape;278;p1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 name="Google Shape;279;p1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0" name="Google Shape;280;p1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1" name="Google Shape;281;p1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2" name="Google Shape;282;p1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3" name="Google Shape;283;p1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4" name="Google Shape;284;p1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5" name="Google Shape;285;p1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6" name="Google Shape;286;p1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7" name="Google Shape;287;p1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8" name="Google Shape;288;p1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9" name="Google Shape;289;p1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0" name="Google Shape;290;p1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1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1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1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1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1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1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1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1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1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1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1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1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1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1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1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1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1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1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1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1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1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1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1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1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1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1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1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1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1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1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1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1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1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1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1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1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27" name="Google Shape;327;p1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1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29" name="Google Shape;329;p18"/>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30" name="Google Shape;330;p18"/>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31" name="Google Shape;331;p18"/>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332" name="Google Shape;332;p18"/>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333" name="Shape 333"/>
        <p:cNvGrpSpPr/>
        <p:nvPr/>
      </p:nvGrpSpPr>
      <p:grpSpPr>
        <a:xfrm>
          <a:off x="0" y="0"/>
          <a:ext cx="0" cy="0"/>
          <a:chOff x="0" y="0"/>
          <a:chExt cx="0" cy="0"/>
        </a:xfrm>
      </p:grpSpPr>
      <p:grpSp>
        <p:nvGrpSpPr>
          <p:cNvPr id="334" name="Google Shape;334;p19"/>
          <p:cNvGrpSpPr/>
          <p:nvPr/>
        </p:nvGrpSpPr>
        <p:grpSpPr>
          <a:xfrm>
            <a:off x="-6096" y="-3429"/>
            <a:ext cx="9156192" cy="5150358"/>
            <a:chOff x="0" y="0"/>
            <a:chExt cx="12192000" cy="6858000"/>
          </a:xfrm>
        </p:grpSpPr>
        <p:sp>
          <p:nvSpPr>
            <p:cNvPr id="335" name="Google Shape;335;p1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6" name="Google Shape;336;p1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7" name="Google Shape;337;p1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8" name="Google Shape;338;p1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9" name="Google Shape;339;p1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0" name="Google Shape;340;p1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1" name="Google Shape;341;p1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2" name="Google Shape;342;p1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3" name="Google Shape;343;p1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4" name="Google Shape;344;p1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5" name="Google Shape;345;p1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6" name="Google Shape;346;p1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7" name="Google Shape;347;p1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8" name="Google Shape;348;p1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9" name="Google Shape;349;p1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0" name="Google Shape;350;p1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1" name="Google Shape;351;p1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2" name="Google Shape;352;p1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3" name="Google Shape;353;p1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4" name="Google Shape;354;p1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5" name="Google Shape;355;p1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6" name="Google Shape;356;p1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7" name="Google Shape;357;p1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8" name="Google Shape;358;p1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9" name="Google Shape;359;p1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0" name="Google Shape;360;p1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1" name="Google Shape;361;p1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2" name="Google Shape;362;p1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3" name="Google Shape;363;p1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4" name="Google Shape;364;p1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5" name="Google Shape;365;p1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6" name="Google Shape;366;p1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7" name="Google Shape;367;p1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1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1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1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1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1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1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1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1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1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1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1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1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1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1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1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1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1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1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1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1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1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1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1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1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1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1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94" name="Google Shape;394;p1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1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96" name="Google Shape;396;p19"/>
          <p:cNvSpPr txBox="1"/>
          <p:nvPr>
            <p:ph type="title"/>
          </p:nvPr>
        </p:nvSpPr>
        <p:spPr>
          <a:xfrm>
            <a:off x="209775" y="468575"/>
            <a:ext cx="5016000" cy="1385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7" name="Google Shape;397;p19"/>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98" name="Google Shape;398;p19"/>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99" name="Google Shape;399;p19"/>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400" name="Shape 400"/>
        <p:cNvGrpSpPr/>
        <p:nvPr/>
      </p:nvGrpSpPr>
      <p:grpSpPr>
        <a:xfrm>
          <a:off x="0" y="0"/>
          <a:ext cx="0" cy="0"/>
          <a:chOff x="0" y="0"/>
          <a:chExt cx="0" cy="0"/>
        </a:xfrm>
      </p:grpSpPr>
      <p:grpSp>
        <p:nvGrpSpPr>
          <p:cNvPr id="401" name="Google Shape;401;p20"/>
          <p:cNvGrpSpPr/>
          <p:nvPr/>
        </p:nvGrpSpPr>
        <p:grpSpPr>
          <a:xfrm>
            <a:off x="-6096" y="-3429"/>
            <a:ext cx="9156192" cy="5150358"/>
            <a:chOff x="0" y="0"/>
            <a:chExt cx="12192000" cy="6858000"/>
          </a:xfrm>
        </p:grpSpPr>
        <p:sp>
          <p:nvSpPr>
            <p:cNvPr id="402" name="Google Shape;402;p2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2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2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2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2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2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2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2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0" name="Google Shape;410;p2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1" name="Google Shape;411;p2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2" name="Google Shape;412;p2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3" name="Google Shape;413;p2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4" name="Google Shape;414;p2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5" name="Google Shape;415;p2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6" name="Google Shape;416;p2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7" name="Google Shape;417;p2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8" name="Google Shape;418;p2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9" name="Google Shape;419;p2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0" name="Google Shape;420;p2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1" name="Google Shape;421;p2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2" name="Google Shape;422;p2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3" name="Google Shape;423;p2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4" name="Google Shape;424;p2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5" name="Google Shape;425;p2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6" name="Google Shape;426;p2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7" name="Google Shape;427;p2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8" name="Google Shape;428;p2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9" name="Google Shape;429;p2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0" name="Google Shape;430;p2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1" name="Google Shape;431;p2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2" name="Google Shape;432;p2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3" name="Google Shape;433;p2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4" name="Google Shape;434;p2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5" name="Google Shape;435;p2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6" name="Google Shape;436;p2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7" name="Google Shape;437;p2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8" name="Google Shape;438;p2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9" name="Google Shape;439;p2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0" name="Google Shape;440;p2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1" name="Google Shape;441;p2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2" name="Google Shape;442;p2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3" name="Google Shape;443;p2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4" name="Google Shape;444;p2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5" name="Google Shape;445;p2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6" name="Google Shape;446;p2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7" name="Google Shape;447;p2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8" name="Google Shape;448;p2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9" name="Google Shape;449;p2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0" name="Google Shape;450;p2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1" name="Google Shape;451;p2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2" name="Google Shape;452;p2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3" name="Google Shape;453;p2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4" name="Google Shape;454;p2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5" name="Google Shape;455;p2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6" name="Google Shape;456;p2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7" name="Google Shape;457;p2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8" name="Google Shape;458;p2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9" name="Google Shape;459;p2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0" name="Google Shape;460;p2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61" name="Google Shape;461;p20"/>
          <p:cNvSpPr txBox="1"/>
          <p:nvPr>
            <p:ph type="title"/>
          </p:nvPr>
        </p:nvSpPr>
        <p:spPr>
          <a:xfrm>
            <a:off x="209775" y="468575"/>
            <a:ext cx="5016000" cy="633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2" name="Google Shape;462;p2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63" name="Google Shape;463;p20"/>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lt1"/>
                </a:solidFill>
                <a:latin typeface="Lexend"/>
                <a:ea typeface="Lexend"/>
                <a:cs typeface="Lexend"/>
                <a:sym typeface="Lexend"/>
              </a:rPr>
              <a:t>▶ </a:t>
            </a:r>
            <a:endParaRPr b="1" sz="800">
              <a:solidFill>
                <a:schemeClr val="lt1"/>
              </a:solidFill>
              <a:latin typeface="Lexend"/>
              <a:ea typeface="Lexend"/>
              <a:cs typeface="Lexend"/>
              <a:sym typeface="Lexend"/>
            </a:endParaRPr>
          </a:p>
        </p:txBody>
      </p:sp>
      <p:sp>
        <p:nvSpPr>
          <p:cNvPr id="464" name="Google Shape;464;p2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20"/>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66" name="Google Shape;466;p20"/>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67" name="Google Shape;467;p20"/>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468" name="Google Shape;468;p2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69" name="Shape 469"/>
        <p:cNvGrpSpPr/>
        <p:nvPr/>
      </p:nvGrpSpPr>
      <p:grpSpPr>
        <a:xfrm>
          <a:off x="0" y="0"/>
          <a:ext cx="0" cy="0"/>
          <a:chOff x="0" y="0"/>
          <a:chExt cx="0" cy="0"/>
        </a:xfrm>
      </p:grpSpPr>
      <p:grpSp>
        <p:nvGrpSpPr>
          <p:cNvPr id="470" name="Google Shape;470;p21"/>
          <p:cNvGrpSpPr/>
          <p:nvPr/>
        </p:nvGrpSpPr>
        <p:grpSpPr>
          <a:xfrm>
            <a:off x="-6096" y="-3429"/>
            <a:ext cx="9156192" cy="5150358"/>
            <a:chOff x="0" y="0"/>
            <a:chExt cx="12192000" cy="6858000"/>
          </a:xfrm>
        </p:grpSpPr>
        <p:sp>
          <p:nvSpPr>
            <p:cNvPr id="471" name="Google Shape;471;p2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2" name="Google Shape;472;p2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3" name="Google Shape;473;p2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4" name="Google Shape;474;p2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5" name="Google Shape;475;p2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6" name="Google Shape;476;p2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7" name="Google Shape;477;p2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8" name="Google Shape;478;p2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9" name="Google Shape;479;p2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0" name="Google Shape;480;p2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1" name="Google Shape;481;p2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2" name="Google Shape;482;p2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3" name="Google Shape;483;p2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4" name="Google Shape;484;p2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5" name="Google Shape;485;p2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6" name="Google Shape;486;p2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7" name="Google Shape;487;p2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8" name="Google Shape;488;p2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9" name="Google Shape;489;p2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0" name="Google Shape;490;p2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1" name="Google Shape;491;p2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2" name="Google Shape;492;p2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3" name="Google Shape;493;p2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4" name="Google Shape;494;p2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5" name="Google Shape;495;p2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6" name="Google Shape;496;p2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7" name="Google Shape;497;p2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8" name="Google Shape;498;p2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9" name="Google Shape;499;p2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0" name="Google Shape;500;p2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1" name="Google Shape;501;p2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2" name="Google Shape;502;p2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3" name="Google Shape;503;p2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4" name="Google Shape;504;p2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5" name="Google Shape;505;p2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6" name="Google Shape;506;p2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7" name="Google Shape;507;p2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8" name="Google Shape;508;p2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9" name="Google Shape;509;p2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0" name="Google Shape;510;p2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1" name="Google Shape;511;p2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2" name="Google Shape;512;p2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3" name="Google Shape;513;p2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4" name="Google Shape;514;p2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5" name="Google Shape;515;p2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6" name="Google Shape;516;p2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7" name="Google Shape;517;p2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8" name="Google Shape;518;p2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9" name="Google Shape;519;p2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0" name="Google Shape;520;p2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1" name="Google Shape;521;p2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2" name="Google Shape;522;p2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3" name="Google Shape;523;p2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4" name="Google Shape;524;p2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5" name="Google Shape;525;p2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6" name="Google Shape;526;p2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7" name="Google Shape;527;p2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8" name="Google Shape;528;p2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9" name="Google Shape;529;p2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30" name="Google Shape;530;p2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31" name="Google Shape;531;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21"/>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3" name="Google Shape;533;p21"/>
          <p:cNvSpPr txBox="1"/>
          <p:nvPr>
            <p:ph idx="1" type="subTitle"/>
          </p:nvPr>
        </p:nvSpPr>
        <p:spPr>
          <a:xfrm>
            <a:off x="5767125" y="425525"/>
            <a:ext cx="3238500" cy="352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4" name="Google Shape;534;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535" name="Shape 535"/>
        <p:cNvGrpSpPr/>
        <p:nvPr/>
      </p:nvGrpSpPr>
      <p:grpSpPr>
        <a:xfrm>
          <a:off x="0" y="0"/>
          <a:ext cx="0" cy="0"/>
          <a:chOff x="0" y="0"/>
          <a:chExt cx="0" cy="0"/>
        </a:xfrm>
      </p:grpSpPr>
      <p:grpSp>
        <p:nvGrpSpPr>
          <p:cNvPr id="536" name="Google Shape;536;p22"/>
          <p:cNvGrpSpPr/>
          <p:nvPr/>
        </p:nvGrpSpPr>
        <p:grpSpPr>
          <a:xfrm>
            <a:off x="-6096" y="-3429"/>
            <a:ext cx="9156192" cy="5150358"/>
            <a:chOff x="0" y="0"/>
            <a:chExt cx="12192000" cy="6858000"/>
          </a:xfrm>
        </p:grpSpPr>
        <p:sp>
          <p:nvSpPr>
            <p:cNvPr id="537" name="Google Shape;537;p2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8" name="Google Shape;538;p2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9" name="Google Shape;539;p2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0" name="Google Shape;540;p2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1" name="Google Shape;541;p2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2" name="Google Shape;542;p2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3" name="Google Shape;543;p2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4" name="Google Shape;544;p2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5" name="Google Shape;545;p2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6" name="Google Shape;546;p2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7" name="Google Shape;547;p2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8" name="Google Shape;548;p2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9" name="Google Shape;549;p2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0" name="Google Shape;550;p2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1" name="Google Shape;551;p2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2" name="Google Shape;552;p2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3" name="Google Shape;553;p2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4" name="Google Shape;554;p2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5" name="Google Shape;555;p2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6" name="Google Shape;556;p2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7" name="Google Shape;557;p2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8" name="Google Shape;558;p2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9" name="Google Shape;559;p2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0" name="Google Shape;560;p2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1" name="Google Shape;561;p2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2" name="Google Shape;562;p2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3" name="Google Shape;563;p2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4" name="Google Shape;564;p2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5" name="Google Shape;565;p2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6" name="Google Shape;566;p2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7" name="Google Shape;567;p2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8" name="Google Shape;568;p2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9" name="Google Shape;569;p2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0" name="Google Shape;570;p2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1" name="Google Shape;571;p2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2" name="Google Shape;572;p2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3" name="Google Shape;573;p2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4" name="Google Shape;574;p2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5" name="Google Shape;575;p2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6" name="Google Shape;576;p2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7" name="Google Shape;577;p2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8" name="Google Shape;578;p2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9" name="Google Shape;579;p2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0" name="Google Shape;580;p2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1" name="Google Shape;581;p2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2" name="Google Shape;582;p2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3" name="Google Shape;583;p2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4" name="Google Shape;584;p2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5" name="Google Shape;585;p2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6" name="Google Shape;586;p2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7" name="Google Shape;587;p2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8" name="Google Shape;588;p2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9" name="Google Shape;589;p2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0" name="Google Shape;590;p2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1" name="Google Shape;591;p2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2" name="Google Shape;592;p2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3" name="Google Shape;593;p2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4" name="Google Shape;594;p2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5" name="Google Shape;595;p2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96" name="Google Shape;596;p2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97" name="Google Shape;597;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22"/>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9" name="Google Shape;59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600" name="Shape 600"/>
        <p:cNvGrpSpPr/>
        <p:nvPr/>
      </p:nvGrpSpPr>
      <p:grpSpPr>
        <a:xfrm>
          <a:off x="0" y="0"/>
          <a:ext cx="0" cy="0"/>
          <a:chOff x="0" y="0"/>
          <a:chExt cx="0" cy="0"/>
        </a:xfrm>
      </p:grpSpPr>
      <p:grpSp>
        <p:nvGrpSpPr>
          <p:cNvPr id="601" name="Google Shape;601;p23"/>
          <p:cNvGrpSpPr/>
          <p:nvPr/>
        </p:nvGrpSpPr>
        <p:grpSpPr>
          <a:xfrm>
            <a:off x="-6096" y="-3429"/>
            <a:ext cx="9156192" cy="5150358"/>
            <a:chOff x="0" y="0"/>
            <a:chExt cx="12192000" cy="6858000"/>
          </a:xfrm>
        </p:grpSpPr>
        <p:sp>
          <p:nvSpPr>
            <p:cNvPr id="602" name="Google Shape;602;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3" name="Google Shape;603;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4" name="Google Shape;604;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5" name="Google Shape;605;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6" name="Google Shape;606;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7" name="Google Shape;607;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8" name="Google Shape;608;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9" name="Google Shape;609;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0" name="Google Shape;610;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1" name="Google Shape;611;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2" name="Google Shape;612;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3" name="Google Shape;613;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4" name="Google Shape;614;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5" name="Google Shape;615;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6" name="Google Shape;616;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7" name="Google Shape;617;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8" name="Google Shape;618;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9" name="Google Shape;619;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0" name="Google Shape;620;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1" name="Google Shape;621;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2" name="Google Shape;622;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3" name="Google Shape;623;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4" name="Google Shape;624;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5" name="Google Shape;625;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6" name="Google Shape;626;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7" name="Google Shape;627;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8" name="Google Shape;628;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9" name="Google Shape;629;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0" name="Google Shape;630;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1" name="Google Shape;631;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2" name="Google Shape;632;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3" name="Google Shape;633;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4" name="Google Shape;634;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5" name="Google Shape;635;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6" name="Google Shape;636;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7" name="Google Shape;637;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8" name="Google Shape;638;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9" name="Google Shape;639;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0" name="Google Shape;640;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1" name="Google Shape;641;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2" name="Google Shape;642;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3" name="Google Shape;643;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4" name="Google Shape;644;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5" name="Google Shape;645;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6" name="Google Shape;646;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7" name="Google Shape;647;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8" name="Google Shape;648;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9" name="Google Shape;649;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0" name="Google Shape;650;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1" name="Google Shape;651;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2" name="Google Shape;652;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3" name="Google Shape;653;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4" name="Google Shape;654;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5" name="Google Shape;655;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6" name="Google Shape;656;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7" name="Google Shape;657;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8" name="Google Shape;658;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9" name="Google Shape;659;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0" name="Google Shape;660;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61" name="Google Shape;661;p2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62" name="Google Shape;662;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23"/>
          <p:cNvSpPr txBox="1"/>
          <p:nvPr>
            <p:ph type="title"/>
          </p:nvPr>
        </p:nvSpPr>
        <p:spPr>
          <a:xfrm>
            <a:off x="208725" y="344175"/>
            <a:ext cx="7640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4" name="Google Shape;664;p23"/>
          <p:cNvSpPr txBox="1"/>
          <p:nvPr>
            <p:ph idx="1" type="body"/>
          </p:nvPr>
        </p:nvSpPr>
        <p:spPr>
          <a:xfrm>
            <a:off x="208725" y="2320375"/>
            <a:ext cx="7353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65" name="Google Shape;665;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66" name="Shape 666"/>
        <p:cNvGrpSpPr/>
        <p:nvPr/>
      </p:nvGrpSpPr>
      <p:grpSpPr>
        <a:xfrm>
          <a:off x="0" y="0"/>
          <a:ext cx="0" cy="0"/>
          <a:chOff x="0" y="0"/>
          <a:chExt cx="0" cy="0"/>
        </a:xfrm>
      </p:grpSpPr>
      <p:grpSp>
        <p:nvGrpSpPr>
          <p:cNvPr id="667" name="Google Shape;667;p24"/>
          <p:cNvGrpSpPr/>
          <p:nvPr/>
        </p:nvGrpSpPr>
        <p:grpSpPr>
          <a:xfrm>
            <a:off x="-6096" y="-3429"/>
            <a:ext cx="9156192" cy="5150358"/>
            <a:chOff x="0" y="0"/>
            <a:chExt cx="12192000" cy="6858000"/>
          </a:xfrm>
        </p:grpSpPr>
        <p:sp>
          <p:nvSpPr>
            <p:cNvPr id="668" name="Google Shape;668;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9" name="Google Shape;669;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0" name="Google Shape;670;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1" name="Google Shape;671;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2" name="Google Shape;672;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3" name="Google Shape;673;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4" name="Google Shape;674;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5" name="Google Shape;675;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6" name="Google Shape;676;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7" name="Google Shape;677;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8" name="Google Shape;678;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9" name="Google Shape;679;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0" name="Google Shape;680;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1" name="Google Shape;681;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2" name="Google Shape;682;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3" name="Google Shape;683;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4" name="Google Shape;684;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5" name="Google Shape;685;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6" name="Google Shape;686;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7" name="Google Shape;687;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8" name="Google Shape;688;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9" name="Google Shape;689;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0" name="Google Shape;690;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1" name="Google Shape;691;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2" name="Google Shape;692;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3" name="Google Shape;693;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4" name="Google Shape;694;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5" name="Google Shape;695;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6" name="Google Shape;696;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7" name="Google Shape;697;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8" name="Google Shape;698;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9" name="Google Shape;699;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0" name="Google Shape;700;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1" name="Google Shape;701;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2" name="Google Shape;702;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3" name="Google Shape;703;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4" name="Google Shape;704;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5" name="Google Shape;705;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6" name="Google Shape;706;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7" name="Google Shape;707;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8" name="Google Shape;708;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9" name="Google Shape;709;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0" name="Google Shape;710;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1" name="Google Shape;711;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2" name="Google Shape;712;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3" name="Google Shape;713;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4" name="Google Shape;714;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5" name="Google Shape;715;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6" name="Google Shape;716;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7" name="Google Shape;717;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8" name="Google Shape;718;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9" name="Google Shape;719;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0" name="Google Shape;720;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1" name="Google Shape;721;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2" name="Google Shape;722;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3" name="Google Shape;723;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4" name="Google Shape;724;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5" name="Google Shape;725;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6" name="Google Shape;726;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27" name="Google Shape;727;p2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28" name="Google Shape;728;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9" name="Google Shape;729;p24"/>
          <p:cNvSpPr txBox="1"/>
          <p:nvPr>
            <p:ph type="title"/>
          </p:nvPr>
        </p:nvSpPr>
        <p:spPr>
          <a:xfrm>
            <a:off x="208725" y="344175"/>
            <a:ext cx="741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0" name="Google Shape;730;p24"/>
          <p:cNvSpPr txBox="1"/>
          <p:nvPr>
            <p:ph idx="1" type="body"/>
          </p:nvPr>
        </p:nvSpPr>
        <p:spPr>
          <a:xfrm>
            <a:off x="208725"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731" name="Google Shape;731;p24"/>
          <p:cNvSpPr txBox="1"/>
          <p:nvPr>
            <p:ph idx="2" type="body"/>
          </p:nvPr>
        </p:nvSpPr>
        <p:spPr>
          <a:xfrm>
            <a:off x="4684150"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732" name="Google Shape;732;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733" name="Shape 733"/>
        <p:cNvGrpSpPr/>
        <p:nvPr/>
      </p:nvGrpSpPr>
      <p:grpSpPr>
        <a:xfrm>
          <a:off x="0" y="0"/>
          <a:ext cx="0" cy="0"/>
          <a:chOff x="0" y="0"/>
          <a:chExt cx="0" cy="0"/>
        </a:xfrm>
      </p:grpSpPr>
      <p:grpSp>
        <p:nvGrpSpPr>
          <p:cNvPr id="734" name="Google Shape;734;p25"/>
          <p:cNvGrpSpPr/>
          <p:nvPr/>
        </p:nvGrpSpPr>
        <p:grpSpPr>
          <a:xfrm>
            <a:off x="-6096" y="-3429"/>
            <a:ext cx="9156192" cy="5150358"/>
            <a:chOff x="0" y="0"/>
            <a:chExt cx="12192000" cy="6858000"/>
          </a:xfrm>
        </p:grpSpPr>
        <p:sp>
          <p:nvSpPr>
            <p:cNvPr id="735" name="Google Shape;735;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6" name="Google Shape;736;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7" name="Google Shape;737;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8" name="Google Shape;738;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9" name="Google Shape;739;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0" name="Google Shape;740;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1" name="Google Shape;741;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2" name="Google Shape;742;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3" name="Google Shape;743;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4" name="Google Shape;744;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5" name="Google Shape;745;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6" name="Google Shape;746;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7" name="Google Shape;747;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8" name="Google Shape;748;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9" name="Google Shape;749;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0" name="Google Shape;750;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1" name="Google Shape;751;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2" name="Google Shape;752;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3" name="Google Shape;753;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4" name="Google Shape;754;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5" name="Google Shape;755;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6" name="Google Shape;756;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7" name="Google Shape;757;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8" name="Google Shape;758;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9" name="Google Shape;759;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0" name="Google Shape;760;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1" name="Google Shape;761;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2" name="Google Shape;762;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3" name="Google Shape;763;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4" name="Google Shape;764;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5" name="Google Shape;765;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6" name="Google Shape;766;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7" name="Google Shape;767;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8" name="Google Shape;768;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9" name="Google Shape;769;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0" name="Google Shape;770;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1" name="Google Shape;771;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2" name="Google Shape;772;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3" name="Google Shape;773;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4" name="Google Shape;774;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5" name="Google Shape;775;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6" name="Google Shape;776;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7" name="Google Shape;777;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8" name="Google Shape;778;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9" name="Google Shape;779;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0" name="Google Shape;780;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1" name="Google Shape;781;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2" name="Google Shape;782;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3" name="Google Shape;783;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4" name="Google Shape;784;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5" name="Google Shape;785;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6" name="Google Shape;786;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7" name="Google Shape;787;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8" name="Google Shape;788;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9" name="Google Shape;789;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0" name="Google Shape;790;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1" name="Google Shape;791;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2" name="Google Shape;792;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3" name="Google Shape;793;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94" name="Google Shape;794;p2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95" name="Google Shape;795;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25"/>
          <p:cNvSpPr txBox="1"/>
          <p:nvPr>
            <p:ph type="title"/>
          </p:nvPr>
        </p:nvSpPr>
        <p:spPr>
          <a:xfrm>
            <a:off x="208725" y="344175"/>
            <a:ext cx="76011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7" name="Google Shape;797;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98" name="Shape 798"/>
        <p:cNvGrpSpPr/>
        <p:nvPr/>
      </p:nvGrpSpPr>
      <p:grpSpPr>
        <a:xfrm>
          <a:off x="0" y="0"/>
          <a:ext cx="0" cy="0"/>
          <a:chOff x="0" y="0"/>
          <a:chExt cx="0" cy="0"/>
        </a:xfrm>
      </p:grpSpPr>
      <p:grpSp>
        <p:nvGrpSpPr>
          <p:cNvPr id="799" name="Google Shape;799;p26"/>
          <p:cNvGrpSpPr/>
          <p:nvPr/>
        </p:nvGrpSpPr>
        <p:grpSpPr>
          <a:xfrm>
            <a:off x="-6096" y="-3429"/>
            <a:ext cx="9156192" cy="5150358"/>
            <a:chOff x="0" y="0"/>
            <a:chExt cx="12192000" cy="6858000"/>
          </a:xfrm>
        </p:grpSpPr>
        <p:sp>
          <p:nvSpPr>
            <p:cNvPr id="800" name="Google Shape;800;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1" name="Google Shape;801;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2" name="Google Shape;802;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3" name="Google Shape;803;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4" name="Google Shape;804;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5" name="Google Shape;805;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6" name="Google Shape;806;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7" name="Google Shape;807;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8" name="Google Shape;808;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9" name="Google Shape;809;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0" name="Google Shape;810;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1" name="Google Shape;811;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2" name="Google Shape;812;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3" name="Google Shape;813;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4" name="Google Shape;814;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5" name="Google Shape;815;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6" name="Google Shape;816;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7" name="Google Shape;817;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8" name="Google Shape;818;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9" name="Google Shape;819;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0" name="Google Shape;820;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1" name="Google Shape;821;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2" name="Google Shape;822;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3" name="Google Shape;823;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4" name="Google Shape;824;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5" name="Google Shape;825;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6" name="Google Shape;826;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7" name="Google Shape;827;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8" name="Google Shape;828;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9" name="Google Shape;829;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0" name="Google Shape;830;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1" name="Google Shape;831;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2" name="Google Shape;832;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3" name="Google Shape;833;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4" name="Google Shape;834;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5" name="Google Shape;835;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6" name="Google Shape;836;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7" name="Google Shape;837;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8" name="Google Shape;838;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9" name="Google Shape;839;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0" name="Google Shape;840;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1" name="Google Shape;841;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2" name="Google Shape;842;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3" name="Google Shape;843;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4" name="Google Shape;844;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5" name="Google Shape;845;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6" name="Google Shape;846;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7" name="Google Shape;847;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8" name="Google Shape;848;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9" name="Google Shape;849;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0" name="Google Shape;850;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1" name="Google Shape;851;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2" name="Google Shape;852;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3" name="Google Shape;853;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4" name="Google Shape;854;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5" name="Google Shape;855;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6" name="Google Shape;856;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7" name="Google Shape;857;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8" name="Google Shape;858;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59" name="Google Shape;859;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60" name="Google Shape;860;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1" name="Google Shape;861;p26"/>
          <p:cNvSpPr txBox="1"/>
          <p:nvPr>
            <p:ph type="title"/>
          </p:nvPr>
        </p:nvSpPr>
        <p:spPr>
          <a:xfrm>
            <a:off x="208725" y="344175"/>
            <a:ext cx="555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2" name="Google Shape;862;p26"/>
          <p:cNvSpPr txBox="1"/>
          <p:nvPr>
            <p:ph idx="1"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3" name="Google Shape;863;p26"/>
          <p:cNvSpPr txBox="1"/>
          <p:nvPr>
            <p:ph idx="2" type="body"/>
          </p:nvPr>
        </p:nvSpPr>
        <p:spPr>
          <a:xfrm>
            <a:off x="208725" y="3050325"/>
            <a:ext cx="6666600" cy="1861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64" name="Google Shape;864;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65" name="Shape 865"/>
        <p:cNvGrpSpPr/>
        <p:nvPr/>
      </p:nvGrpSpPr>
      <p:grpSpPr>
        <a:xfrm>
          <a:off x="0" y="0"/>
          <a:ext cx="0" cy="0"/>
          <a:chOff x="0" y="0"/>
          <a:chExt cx="0" cy="0"/>
        </a:xfrm>
      </p:grpSpPr>
      <p:grpSp>
        <p:nvGrpSpPr>
          <p:cNvPr id="866" name="Google Shape;866;p27"/>
          <p:cNvGrpSpPr/>
          <p:nvPr/>
        </p:nvGrpSpPr>
        <p:grpSpPr>
          <a:xfrm>
            <a:off x="-6096" y="-3429"/>
            <a:ext cx="9156192" cy="5150358"/>
            <a:chOff x="0" y="0"/>
            <a:chExt cx="12192000" cy="6858000"/>
          </a:xfrm>
        </p:grpSpPr>
        <p:sp>
          <p:nvSpPr>
            <p:cNvPr id="867" name="Google Shape;867;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8" name="Google Shape;868;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9" name="Google Shape;869;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0" name="Google Shape;870;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1" name="Google Shape;871;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2" name="Google Shape;872;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3" name="Google Shape;873;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4" name="Google Shape;874;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5" name="Google Shape;875;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6" name="Google Shape;876;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7" name="Google Shape;877;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8" name="Google Shape;878;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9" name="Google Shape;879;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0" name="Google Shape;880;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1" name="Google Shape;881;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2" name="Google Shape;882;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3" name="Google Shape;883;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4" name="Google Shape;884;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5" name="Google Shape;885;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6" name="Google Shape;886;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7" name="Google Shape;887;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8" name="Google Shape;888;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9" name="Google Shape;889;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0" name="Google Shape;890;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1" name="Google Shape;891;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2" name="Google Shape;892;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3" name="Google Shape;893;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4" name="Google Shape;894;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5" name="Google Shape;895;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6" name="Google Shape;896;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7" name="Google Shape;897;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8" name="Google Shape;898;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9" name="Google Shape;899;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0" name="Google Shape;900;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1" name="Google Shape;901;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2" name="Google Shape;902;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3" name="Google Shape;903;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4" name="Google Shape;904;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5" name="Google Shape;905;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6" name="Google Shape;906;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7" name="Google Shape;907;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8" name="Google Shape;908;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9" name="Google Shape;909;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0" name="Google Shape;910;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1" name="Google Shape;911;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2" name="Google Shape;912;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3" name="Google Shape;913;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4" name="Google Shape;914;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5" name="Google Shape;915;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6" name="Google Shape;916;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7" name="Google Shape;917;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8" name="Google Shape;918;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9" name="Google Shape;919;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0" name="Google Shape;920;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1" name="Google Shape;921;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2" name="Google Shape;922;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3" name="Google Shape;923;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4" name="Google Shape;924;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5" name="Google Shape;925;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926" name="Google Shape;926;p2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927" name="Google Shape;927;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8" name="Google Shape;928;p27"/>
          <p:cNvSpPr txBox="1"/>
          <p:nvPr>
            <p:ph type="title"/>
          </p:nvPr>
        </p:nvSpPr>
        <p:spPr>
          <a:xfrm>
            <a:off x="836250" y="1569150"/>
            <a:ext cx="7471500" cy="2005200"/>
          </a:xfrm>
          <a:prstGeom prst="rect">
            <a:avLst/>
          </a:prstGeom>
        </p:spPr>
        <p:txBody>
          <a:bodyPr anchorCtr="0" anchor="t" bIns="91425" lIns="91425" spcFirstLastPara="1" rIns="91425" wrap="square" tIns="91425">
            <a:spAutoFit/>
          </a:bodyPr>
          <a:lstStyle>
            <a:lvl1pPr lvl="0" algn="ctr">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930" name="Shape 930"/>
        <p:cNvGrpSpPr/>
        <p:nvPr/>
      </p:nvGrpSpPr>
      <p:grpSpPr>
        <a:xfrm>
          <a:off x="0" y="0"/>
          <a:ext cx="0" cy="0"/>
          <a:chOff x="0" y="0"/>
          <a:chExt cx="0" cy="0"/>
        </a:xfrm>
      </p:grpSpPr>
      <p:sp>
        <p:nvSpPr>
          <p:cNvPr id="931" name="Google Shape;931;p28"/>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32" name="Google Shape;932;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33" name="Google Shape;93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934" name="Shape 934"/>
        <p:cNvGrpSpPr/>
        <p:nvPr/>
      </p:nvGrpSpPr>
      <p:grpSpPr>
        <a:xfrm>
          <a:off x="0" y="0"/>
          <a:ext cx="0" cy="0"/>
          <a:chOff x="0" y="0"/>
          <a:chExt cx="0" cy="0"/>
        </a:xfrm>
      </p:grpSpPr>
      <p:sp>
        <p:nvSpPr>
          <p:cNvPr id="935" name="Google Shape;935;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37" name="Google Shape;937;p2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938" name="Google Shape;938;p2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939" name="Google Shape;93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940" name="Shape 940"/>
        <p:cNvGrpSpPr/>
        <p:nvPr/>
      </p:nvGrpSpPr>
      <p:grpSpPr>
        <a:xfrm>
          <a:off x="0" y="0"/>
          <a:ext cx="0" cy="0"/>
          <a:chOff x="0" y="0"/>
          <a:chExt cx="0" cy="0"/>
        </a:xfrm>
      </p:grpSpPr>
      <p:grpSp>
        <p:nvGrpSpPr>
          <p:cNvPr id="941" name="Google Shape;941;p30"/>
          <p:cNvGrpSpPr/>
          <p:nvPr/>
        </p:nvGrpSpPr>
        <p:grpSpPr>
          <a:xfrm>
            <a:off x="-6096" y="-3429"/>
            <a:ext cx="9156192" cy="5150358"/>
            <a:chOff x="0" y="0"/>
            <a:chExt cx="12192000" cy="6858000"/>
          </a:xfrm>
        </p:grpSpPr>
        <p:sp>
          <p:nvSpPr>
            <p:cNvPr id="942" name="Google Shape;942;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3" name="Google Shape;943;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4" name="Google Shape;944;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5" name="Google Shape;945;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6" name="Google Shape;946;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7" name="Google Shape;947;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8" name="Google Shape;948;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9" name="Google Shape;949;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0" name="Google Shape;950;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1" name="Google Shape;951;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2" name="Google Shape;952;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3" name="Google Shape;953;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4" name="Google Shape;954;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5" name="Google Shape;955;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6" name="Google Shape;956;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7" name="Google Shape;957;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8" name="Google Shape;958;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9" name="Google Shape;959;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0" name="Google Shape;960;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1" name="Google Shape;961;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2" name="Google Shape;962;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3" name="Google Shape;963;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4" name="Google Shape;964;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5" name="Google Shape;965;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6" name="Google Shape;966;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7" name="Google Shape;967;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8" name="Google Shape;968;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9" name="Google Shape;969;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0" name="Google Shape;970;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1" name="Google Shape;971;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2" name="Google Shape;972;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3" name="Google Shape;973;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4" name="Google Shape;974;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5" name="Google Shape;975;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6" name="Google Shape;976;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7" name="Google Shape;977;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8" name="Google Shape;978;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9" name="Google Shape;979;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0" name="Google Shape;980;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1" name="Google Shape;981;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2" name="Google Shape;982;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3" name="Google Shape;983;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4" name="Google Shape;984;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5" name="Google Shape;985;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6" name="Google Shape;986;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7" name="Google Shape;987;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8" name="Google Shape;988;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9" name="Google Shape;989;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0" name="Google Shape;990;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1" name="Google Shape;991;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2" name="Google Shape;992;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3" name="Google Shape;993;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4" name="Google Shape;994;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5" name="Google Shape;995;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6" name="Google Shape;996;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7" name="Google Shape;997;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8" name="Google Shape;998;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9" name="Google Shape;999;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0" name="Google Shape;1000;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01" name="Google Shape;1001;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02" name="Google Shape;1002;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3" name="Google Shape;1003;p3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30"/>
          <p:cNvSpPr txBox="1"/>
          <p:nvPr>
            <p:ph idx="1" type="subTitle"/>
          </p:nvPr>
        </p:nvSpPr>
        <p:spPr>
          <a:xfrm>
            <a:off x="208725" y="246495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5" name="Google Shape;1005;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1006" name="Shape 1006"/>
        <p:cNvGrpSpPr/>
        <p:nvPr/>
      </p:nvGrpSpPr>
      <p:grpSpPr>
        <a:xfrm>
          <a:off x="0" y="0"/>
          <a:ext cx="0" cy="0"/>
          <a:chOff x="0" y="0"/>
          <a:chExt cx="0" cy="0"/>
        </a:xfrm>
      </p:grpSpPr>
      <p:grpSp>
        <p:nvGrpSpPr>
          <p:cNvPr id="1007" name="Google Shape;1007;p31"/>
          <p:cNvGrpSpPr/>
          <p:nvPr/>
        </p:nvGrpSpPr>
        <p:grpSpPr>
          <a:xfrm>
            <a:off x="-6096" y="-3429"/>
            <a:ext cx="9156192" cy="5150358"/>
            <a:chOff x="0" y="0"/>
            <a:chExt cx="12192000" cy="6858000"/>
          </a:xfrm>
        </p:grpSpPr>
        <p:sp>
          <p:nvSpPr>
            <p:cNvPr id="1008" name="Google Shape;1008;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9" name="Google Shape;1009;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0" name="Google Shape;1010;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1" name="Google Shape;1011;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2" name="Google Shape;1012;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3" name="Google Shape;1013;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4" name="Google Shape;1014;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5" name="Google Shape;1015;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6" name="Google Shape;1016;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7" name="Google Shape;1017;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8" name="Google Shape;1018;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9" name="Google Shape;1019;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0" name="Google Shape;1020;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1" name="Google Shape;1021;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2" name="Google Shape;1022;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3" name="Google Shape;1023;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4" name="Google Shape;1024;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5" name="Google Shape;1025;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6" name="Google Shape;1026;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7" name="Google Shape;1027;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8" name="Google Shape;1028;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9" name="Google Shape;1029;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0" name="Google Shape;1030;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1" name="Google Shape;1031;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2" name="Google Shape;1032;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3" name="Google Shape;1033;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4" name="Google Shape;1034;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5" name="Google Shape;1035;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6" name="Google Shape;1036;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7" name="Google Shape;1037;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8" name="Google Shape;1038;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9" name="Google Shape;1039;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0" name="Google Shape;1040;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1" name="Google Shape;1041;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2" name="Google Shape;1042;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3" name="Google Shape;1043;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4" name="Google Shape;1044;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5" name="Google Shape;1045;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6" name="Google Shape;1046;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7" name="Google Shape;1047;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8" name="Google Shape;1048;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9" name="Google Shape;1049;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0" name="Google Shape;1050;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1" name="Google Shape;1051;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2" name="Google Shape;1052;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3" name="Google Shape;1053;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4" name="Google Shape;1054;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5" name="Google Shape;1055;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6" name="Google Shape;1056;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7" name="Google Shape;1057;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8" name="Google Shape;1058;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9" name="Google Shape;1059;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0" name="Google Shape;1060;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1" name="Google Shape;1061;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2" name="Google Shape;1062;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3" name="Google Shape;1063;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4" name="Google Shape;1064;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5" name="Google Shape;1065;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6" name="Google Shape;1066;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67" name="Google Shape;1067;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68" name="Google Shape;1068;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9" name="Google Shape;1069;p31"/>
          <p:cNvSpPr txBox="1"/>
          <p:nvPr>
            <p:ph idx="1" type="body"/>
          </p:nvPr>
        </p:nvSpPr>
        <p:spPr>
          <a:xfrm>
            <a:off x="1578900" y="1135050"/>
            <a:ext cx="5986200" cy="28734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1070" name="Google Shape;1070;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71" name="Shape 1071"/>
        <p:cNvGrpSpPr/>
        <p:nvPr/>
      </p:nvGrpSpPr>
      <p:grpSpPr>
        <a:xfrm>
          <a:off x="0" y="0"/>
          <a:ext cx="0" cy="0"/>
          <a:chOff x="0" y="0"/>
          <a:chExt cx="0" cy="0"/>
        </a:xfrm>
      </p:grpSpPr>
      <p:grpSp>
        <p:nvGrpSpPr>
          <p:cNvPr id="1072" name="Google Shape;1072;p32"/>
          <p:cNvGrpSpPr/>
          <p:nvPr/>
        </p:nvGrpSpPr>
        <p:grpSpPr>
          <a:xfrm>
            <a:off x="-6096" y="-3429"/>
            <a:ext cx="9156192" cy="5150358"/>
            <a:chOff x="0" y="0"/>
            <a:chExt cx="12192000" cy="6858000"/>
          </a:xfrm>
        </p:grpSpPr>
        <p:sp>
          <p:nvSpPr>
            <p:cNvPr id="1073" name="Google Shape;1073;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4" name="Google Shape;1074;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5" name="Google Shape;1075;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6" name="Google Shape;1076;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7" name="Google Shape;1077;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8" name="Google Shape;1078;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9" name="Google Shape;1079;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0" name="Google Shape;1080;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1" name="Google Shape;1081;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2" name="Google Shape;1082;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3" name="Google Shape;1083;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4" name="Google Shape;1084;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5" name="Google Shape;1085;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6" name="Google Shape;1086;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7" name="Google Shape;1087;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8" name="Google Shape;1088;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9" name="Google Shape;1089;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0" name="Google Shape;1090;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1" name="Google Shape;1091;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2" name="Google Shape;1092;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3" name="Google Shape;1093;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4" name="Google Shape;1094;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5" name="Google Shape;1095;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6" name="Google Shape;1096;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7" name="Google Shape;1097;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8" name="Google Shape;1098;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9" name="Google Shape;1099;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0" name="Google Shape;1100;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1" name="Google Shape;1101;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2" name="Google Shape;1102;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3" name="Google Shape;1103;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4" name="Google Shape;1104;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5" name="Google Shape;1105;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6" name="Google Shape;1106;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7" name="Google Shape;1107;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8" name="Google Shape;1108;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9" name="Google Shape;1109;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0" name="Google Shape;1110;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1" name="Google Shape;1111;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2" name="Google Shape;1112;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3" name="Google Shape;1113;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4" name="Google Shape;1114;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5" name="Google Shape;1115;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6" name="Google Shape;1116;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7" name="Google Shape;1117;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8" name="Google Shape;1118;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9" name="Google Shape;1119;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0" name="Google Shape;1120;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1" name="Google Shape;1121;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2" name="Google Shape;1122;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3" name="Google Shape;1123;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4" name="Google Shape;1124;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5" name="Google Shape;1125;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6" name="Google Shape;1126;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7" name="Google Shape;1127;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8" name="Google Shape;1128;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9" name="Google Shape;1129;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0" name="Google Shape;1130;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1" name="Google Shape;1131;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32" name="Google Shape;1132;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33" name="Google Shape;1133;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4" name="Google Shape;1134;p32"/>
          <p:cNvSpPr txBox="1"/>
          <p:nvPr>
            <p:ph idx="1" type="body"/>
          </p:nvPr>
        </p:nvSpPr>
        <p:spPr>
          <a:xfrm>
            <a:off x="2919350" y="1423650"/>
            <a:ext cx="5986200" cy="287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35" name="Google Shape;1135;p32"/>
          <p:cNvSpPr txBox="1"/>
          <p:nvPr>
            <p:ph type="title"/>
          </p:nvPr>
        </p:nvSpPr>
        <p:spPr>
          <a:xfrm>
            <a:off x="221150" y="1423650"/>
            <a:ext cx="2510100" cy="22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6" name="Google Shape;1136;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137" name="Shape 1137"/>
        <p:cNvGrpSpPr/>
        <p:nvPr/>
      </p:nvGrpSpPr>
      <p:grpSpPr>
        <a:xfrm>
          <a:off x="0" y="0"/>
          <a:ext cx="0" cy="0"/>
          <a:chOff x="0" y="0"/>
          <a:chExt cx="0" cy="0"/>
        </a:xfrm>
      </p:grpSpPr>
      <p:grpSp>
        <p:nvGrpSpPr>
          <p:cNvPr id="1138" name="Google Shape;1138;p33"/>
          <p:cNvGrpSpPr/>
          <p:nvPr/>
        </p:nvGrpSpPr>
        <p:grpSpPr>
          <a:xfrm>
            <a:off x="-6096" y="-3429"/>
            <a:ext cx="9156192" cy="5150358"/>
            <a:chOff x="0" y="0"/>
            <a:chExt cx="12192000" cy="6858000"/>
          </a:xfrm>
        </p:grpSpPr>
        <p:sp>
          <p:nvSpPr>
            <p:cNvPr id="1139" name="Google Shape;1139;p3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0" name="Google Shape;1140;p3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1" name="Google Shape;1141;p3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2" name="Google Shape;1142;p3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3" name="Google Shape;1143;p3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4" name="Google Shape;1144;p3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5" name="Google Shape;1145;p3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6" name="Google Shape;1146;p3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7" name="Google Shape;1147;p3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8" name="Google Shape;1148;p3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9" name="Google Shape;1149;p3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0" name="Google Shape;1150;p3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1" name="Google Shape;1151;p3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2" name="Google Shape;1152;p3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3" name="Google Shape;1153;p3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4" name="Google Shape;1154;p3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5" name="Google Shape;1155;p3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6" name="Google Shape;1156;p3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7" name="Google Shape;1157;p3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8" name="Google Shape;1158;p3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9" name="Google Shape;1159;p3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0" name="Google Shape;1160;p3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1" name="Google Shape;1161;p3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2" name="Google Shape;1162;p3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3" name="Google Shape;1163;p3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4" name="Google Shape;1164;p3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5" name="Google Shape;1165;p3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6" name="Google Shape;1166;p3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7" name="Google Shape;1167;p3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8" name="Google Shape;1168;p3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9" name="Google Shape;1169;p3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0" name="Google Shape;1170;p3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1" name="Google Shape;1171;p3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2" name="Google Shape;1172;p3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3" name="Google Shape;1173;p3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4" name="Google Shape;1174;p3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5" name="Google Shape;1175;p3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6" name="Google Shape;1176;p3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7" name="Google Shape;1177;p3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8" name="Google Shape;1178;p3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9" name="Google Shape;1179;p3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0" name="Google Shape;1180;p3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1" name="Google Shape;1181;p3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2" name="Google Shape;1182;p3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3" name="Google Shape;1183;p3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4" name="Google Shape;1184;p3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5" name="Google Shape;1185;p3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6" name="Google Shape;1186;p3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7" name="Google Shape;1187;p3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8" name="Google Shape;1188;p3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9" name="Google Shape;1189;p3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0" name="Google Shape;1190;p3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1" name="Google Shape;1191;p3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2" name="Google Shape;1192;p3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3" name="Google Shape;1193;p3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4" name="Google Shape;1194;p3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5" name="Google Shape;1195;p3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6" name="Google Shape;1196;p3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7" name="Google Shape;1197;p3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98" name="Google Shape;1198;p3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99" name="Google Shape;1199;p3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3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201" name="Shape 1201"/>
        <p:cNvGrpSpPr/>
        <p:nvPr/>
      </p:nvGrpSpPr>
      <p:grpSpPr>
        <a:xfrm>
          <a:off x="0" y="0"/>
          <a:ext cx="0" cy="0"/>
          <a:chOff x="0" y="0"/>
          <a:chExt cx="0" cy="0"/>
        </a:xfrm>
      </p:grpSpPr>
      <p:sp>
        <p:nvSpPr>
          <p:cNvPr id="1202" name="Google Shape;1202;p3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203" name="Google Shape;1203;p3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4" name="Google Shape;1204;p3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205" name="Shape 1205"/>
        <p:cNvGrpSpPr/>
        <p:nvPr/>
      </p:nvGrpSpPr>
      <p:grpSpPr>
        <a:xfrm>
          <a:off x="0" y="0"/>
          <a:ext cx="0" cy="0"/>
          <a:chOff x="0" y="0"/>
          <a:chExt cx="0" cy="0"/>
        </a:xfrm>
      </p:grpSpPr>
      <p:sp>
        <p:nvSpPr>
          <p:cNvPr id="1206" name="Google Shape;1206;p3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07" name="Google Shape;1207;p35"/>
          <p:cNvGrpSpPr/>
          <p:nvPr/>
        </p:nvGrpSpPr>
        <p:grpSpPr>
          <a:xfrm>
            <a:off x="-6096" y="-3429"/>
            <a:ext cx="9156192" cy="5150358"/>
            <a:chOff x="0" y="0"/>
            <a:chExt cx="12192000" cy="6858000"/>
          </a:xfrm>
        </p:grpSpPr>
        <p:sp>
          <p:nvSpPr>
            <p:cNvPr id="1208" name="Google Shape;1208;p3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9" name="Google Shape;1209;p3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0" name="Google Shape;1210;p3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1" name="Google Shape;1211;p3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2" name="Google Shape;1212;p3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3" name="Google Shape;1213;p3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4" name="Google Shape;1214;p3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5" name="Google Shape;1215;p3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6" name="Google Shape;1216;p3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7" name="Google Shape;1217;p3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8" name="Google Shape;1218;p3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9" name="Google Shape;1219;p3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0" name="Google Shape;1220;p3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1" name="Google Shape;1221;p3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2" name="Google Shape;1222;p3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3" name="Google Shape;1223;p3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4" name="Google Shape;1224;p3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5" name="Google Shape;1225;p3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6" name="Google Shape;1226;p3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7" name="Google Shape;1227;p3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8" name="Google Shape;1228;p3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9" name="Google Shape;1229;p3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0" name="Google Shape;1230;p3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1" name="Google Shape;1231;p3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2" name="Google Shape;1232;p3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3" name="Google Shape;1233;p3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4" name="Google Shape;1234;p3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5" name="Google Shape;1235;p3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6" name="Google Shape;1236;p3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7" name="Google Shape;1237;p3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8" name="Google Shape;1238;p3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9" name="Google Shape;1239;p3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0" name="Google Shape;1240;p3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1" name="Google Shape;1241;p3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2" name="Google Shape;1242;p3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3" name="Google Shape;1243;p3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4" name="Google Shape;1244;p3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5" name="Google Shape;1245;p3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6" name="Google Shape;1246;p3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7" name="Google Shape;1247;p3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8" name="Google Shape;1248;p3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9" name="Google Shape;1249;p3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0" name="Google Shape;1250;p3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1" name="Google Shape;1251;p3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2" name="Google Shape;1252;p3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3" name="Google Shape;1253;p3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4" name="Google Shape;1254;p3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5" name="Google Shape;1255;p3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6" name="Google Shape;1256;p3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7" name="Google Shape;1257;p3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8" name="Google Shape;1258;p3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9" name="Google Shape;1259;p3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0" name="Google Shape;1260;p3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1" name="Google Shape;1261;p3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2" name="Google Shape;1262;p3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3" name="Google Shape;1263;p3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4" name="Google Shape;1264;p3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5" name="Google Shape;1265;p3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6" name="Google Shape;1266;p3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67" name="Google Shape;1267;p3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35"/>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69" name="Google Shape;1269;p35"/>
          <p:cNvSpPr txBox="1"/>
          <p:nvPr>
            <p:ph idx="1" type="subTitle"/>
          </p:nvPr>
        </p:nvSpPr>
        <p:spPr>
          <a:xfrm>
            <a:off x="20872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0" name="Google Shape;1270;p35"/>
          <p:cNvSpPr txBox="1"/>
          <p:nvPr>
            <p:ph idx="2" type="subTitle"/>
          </p:nvPr>
        </p:nvSpPr>
        <p:spPr>
          <a:xfrm>
            <a:off x="3281550"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1" name="Google Shape;1271;p35"/>
          <p:cNvSpPr txBox="1"/>
          <p:nvPr>
            <p:ph idx="3" type="subTitle"/>
          </p:nvPr>
        </p:nvSpPr>
        <p:spPr>
          <a:xfrm>
            <a:off x="635437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2" name="Google Shape;1272;p35"/>
          <p:cNvSpPr txBox="1"/>
          <p:nvPr>
            <p:ph idx="4" type="subTitle"/>
          </p:nvPr>
        </p:nvSpPr>
        <p:spPr>
          <a:xfrm>
            <a:off x="20872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3" name="Google Shape;1273;p35"/>
          <p:cNvSpPr txBox="1"/>
          <p:nvPr>
            <p:ph idx="5" type="subTitle"/>
          </p:nvPr>
        </p:nvSpPr>
        <p:spPr>
          <a:xfrm>
            <a:off x="3281550"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4" name="Google Shape;1274;p35"/>
          <p:cNvSpPr txBox="1"/>
          <p:nvPr>
            <p:ph idx="6" type="subTitle"/>
          </p:nvPr>
        </p:nvSpPr>
        <p:spPr>
          <a:xfrm>
            <a:off x="635437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5" name="Google Shape;1275;p3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76" name="Shape 1276"/>
        <p:cNvGrpSpPr/>
        <p:nvPr/>
      </p:nvGrpSpPr>
      <p:grpSpPr>
        <a:xfrm>
          <a:off x="0" y="0"/>
          <a:ext cx="0" cy="0"/>
          <a:chOff x="0" y="0"/>
          <a:chExt cx="0" cy="0"/>
        </a:xfrm>
      </p:grpSpPr>
      <p:sp>
        <p:nvSpPr>
          <p:cNvPr id="1277" name="Google Shape;1277;p3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78" name="Google Shape;1278;p36"/>
          <p:cNvGrpSpPr/>
          <p:nvPr/>
        </p:nvGrpSpPr>
        <p:grpSpPr>
          <a:xfrm>
            <a:off x="-6096" y="-3429"/>
            <a:ext cx="9156192" cy="5150358"/>
            <a:chOff x="0" y="0"/>
            <a:chExt cx="12192000" cy="6858000"/>
          </a:xfrm>
        </p:grpSpPr>
        <p:sp>
          <p:nvSpPr>
            <p:cNvPr id="1279" name="Google Shape;1279;p3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0" name="Google Shape;1280;p3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1" name="Google Shape;1281;p3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2" name="Google Shape;1282;p3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3" name="Google Shape;1283;p3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4" name="Google Shape;1284;p3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5" name="Google Shape;1285;p3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6" name="Google Shape;1286;p3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7" name="Google Shape;1287;p3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8" name="Google Shape;1288;p3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9" name="Google Shape;1289;p3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0" name="Google Shape;1290;p3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1" name="Google Shape;1291;p3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2" name="Google Shape;1292;p3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3" name="Google Shape;1293;p3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4" name="Google Shape;1294;p3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5" name="Google Shape;1295;p3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6" name="Google Shape;1296;p3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7" name="Google Shape;1297;p3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8" name="Google Shape;1298;p3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9" name="Google Shape;1299;p3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0" name="Google Shape;1300;p3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1" name="Google Shape;1301;p3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2" name="Google Shape;1302;p3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3" name="Google Shape;1303;p3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4" name="Google Shape;1304;p3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5" name="Google Shape;1305;p3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6" name="Google Shape;1306;p3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7" name="Google Shape;1307;p3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8" name="Google Shape;1308;p3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9" name="Google Shape;1309;p3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0" name="Google Shape;1310;p3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1" name="Google Shape;1311;p3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2" name="Google Shape;1312;p3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3" name="Google Shape;1313;p3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4" name="Google Shape;1314;p3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5" name="Google Shape;1315;p3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6" name="Google Shape;1316;p3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7" name="Google Shape;1317;p3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8" name="Google Shape;1318;p3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9" name="Google Shape;1319;p3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0" name="Google Shape;1320;p3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1" name="Google Shape;1321;p3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2" name="Google Shape;1322;p3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3" name="Google Shape;1323;p3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4" name="Google Shape;1324;p3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5" name="Google Shape;1325;p3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6" name="Google Shape;1326;p3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7" name="Google Shape;1327;p3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8" name="Google Shape;1328;p3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9" name="Google Shape;1329;p3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0" name="Google Shape;1330;p3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1" name="Google Shape;1331;p3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2" name="Google Shape;1332;p3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3" name="Google Shape;1333;p3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4" name="Google Shape;1334;p3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5" name="Google Shape;1335;p3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6" name="Google Shape;1336;p3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7" name="Google Shape;1337;p3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38" name="Google Shape;1338;p3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9" name="Google Shape;1339;p36"/>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0" name="Google Shape;1340;p36"/>
          <p:cNvSpPr txBox="1"/>
          <p:nvPr>
            <p:ph idx="1" type="body"/>
          </p:nvPr>
        </p:nvSpPr>
        <p:spPr>
          <a:xfrm>
            <a:off x="208725" y="2304400"/>
            <a:ext cx="33528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41" name="Google Shape;1341;p36"/>
          <p:cNvSpPr/>
          <p:nvPr>
            <p:ph idx="2" type="pic"/>
          </p:nvPr>
        </p:nvSpPr>
        <p:spPr>
          <a:xfrm>
            <a:off x="3769050" y="2304400"/>
            <a:ext cx="5156700" cy="2568600"/>
          </a:xfrm>
          <a:prstGeom prst="roundRect">
            <a:avLst>
              <a:gd fmla="val 4123" name="adj"/>
            </a:avLst>
          </a:prstGeom>
          <a:noFill/>
          <a:ln>
            <a:noFill/>
          </a:ln>
        </p:spPr>
      </p:sp>
      <p:sp>
        <p:nvSpPr>
          <p:cNvPr id="1342" name="Google Shape;1342;p3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343" name="Shape 1343"/>
        <p:cNvGrpSpPr/>
        <p:nvPr/>
      </p:nvGrpSpPr>
      <p:grpSpPr>
        <a:xfrm>
          <a:off x="0" y="0"/>
          <a:ext cx="0" cy="0"/>
          <a:chOff x="0" y="0"/>
          <a:chExt cx="0" cy="0"/>
        </a:xfrm>
      </p:grpSpPr>
      <p:sp>
        <p:nvSpPr>
          <p:cNvPr id="1344" name="Google Shape;1344;p3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45" name="Google Shape;1345;p37"/>
          <p:cNvGrpSpPr/>
          <p:nvPr/>
        </p:nvGrpSpPr>
        <p:grpSpPr>
          <a:xfrm>
            <a:off x="-6096" y="-3429"/>
            <a:ext cx="9156192" cy="5150358"/>
            <a:chOff x="0" y="0"/>
            <a:chExt cx="12192000" cy="6858000"/>
          </a:xfrm>
        </p:grpSpPr>
        <p:sp>
          <p:nvSpPr>
            <p:cNvPr id="1346" name="Google Shape;1346;p3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7" name="Google Shape;1347;p3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8" name="Google Shape;1348;p3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9" name="Google Shape;1349;p3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0" name="Google Shape;1350;p3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1" name="Google Shape;1351;p3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2" name="Google Shape;1352;p3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3" name="Google Shape;1353;p3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4" name="Google Shape;1354;p3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5" name="Google Shape;1355;p3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6" name="Google Shape;1356;p3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7" name="Google Shape;1357;p3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8" name="Google Shape;1358;p3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9" name="Google Shape;1359;p3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0" name="Google Shape;1360;p3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1" name="Google Shape;1361;p3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2" name="Google Shape;1362;p3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3" name="Google Shape;1363;p3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4" name="Google Shape;1364;p3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5" name="Google Shape;1365;p3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6" name="Google Shape;1366;p3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7" name="Google Shape;1367;p3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8" name="Google Shape;1368;p3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9" name="Google Shape;1369;p3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0" name="Google Shape;1370;p3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1" name="Google Shape;1371;p3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2" name="Google Shape;1372;p3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3" name="Google Shape;1373;p3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4" name="Google Shape;1374;p3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5" name="Google Shape;1375;p3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6" name="Google Shape;1376;p3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7" name="Google Shape;1377;p3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8" name="Google Shape;1378;p3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9" name="Google Shape;1379;p3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0" name="Google Shape;1380;p3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1" name="Google Shape;1381;p3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2" name="Google Shape;1382;p3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3" name="Google Shape;1383;p3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4" name="Google Shape;1384;p3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5" name="Google Shape;1385;p3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6" name="Google Shape;1386;p3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7" name="Google Shape;1387;p3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8" name="Google Shape;1388;p3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9" name="Google Shape;1389;p3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0" name="Google Shape;1390;p3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1" name="Google Shape;1391;p3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2" name="Google Shape;1392;p3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3" name="Google Shape;1393;p3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4" name="Google Shape;1394;p3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5" name="Google Shape;1395;p3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6" name="Google Shape;1396;p3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7" name="Google Shape;1397;p3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8" name="Google Shape;1398;p3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9" name="Google Shape;1399;p3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0" name="Google Shape;1400;p3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1" name="Google Shape;1401;p3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2" name="Google Shape;1402;p3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3" name="Google Shape;1403;p3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4" name="Google Shape;1404;p3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05" name="Google Shape;1405;p3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37"/>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07" name="Google Shape;1407;p37"/>
          <p:cNvSpPr txBox="1"/>
          <p:nvPr>
            <p:ph idx="1" type="body"/>
          </p:nvPr>
        </p:nvSpPr>
        <p:spPr>
          <a:xfrm>
            <a:off x="11736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08" name="Google Shape;1408;p37"/>
          <p:cNvSpPr txBox="1"/>
          <p:nvPr>
            <p:ph idx="2" type="subTitle"/>
          </p:nvPr>
        </p:nvSpPr>
        <p:spPr>
          <a:xfrm>
            <a:off x="11736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9" name="Google Shape;1409;p37"/>
          <p:cNvSpPr txBox="1"/>
          <p:nvPr>
            <p:ph idx="3" type="body"/>
          </p:nvPr>
        </p:nvSpPr>
        <p:spPr>
          <a:xfrm>
            <a:off x="49161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10" name="Google Shape;1410;p37"/>
          <p:cNvSpPr txBox="1"/>
          <p:nvPr>
            <p:ph idx="4" type="subTitle"/>
          </p:nvPr>
        </p:nvSpPr>
        <p:spPr>
          <a:xfrm>
            <a:off x="49161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1" name="Google Shape;1411;p3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412" name="Shape 1412"/>
        <p:cNvGrpSpPr/>
        <p:nvPr/>
      </p:nvGrpSpPr>
      <p:grpSpPr>
        <a:xfrm>
          <a:off x="0" y="0"/>
          <a:ext cx="0" cy="0"/>
          <a:chOff x="0" y="0"/>
          <a:chExt cx="0" cy="0"/>
        </a:xfrm>
      </p:grpSpPr>
      <p:sp>
        <p:nvSpPr>
          <p:cNvPr id="1413" name="Google Shape;1413;p3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14" name="Google Shape;1414;p38"/>
          <p:cNvGrpSpPr/>
          <p:nvPr/>
        </p:nvGrpSpPr>
        <p:grpSpPr>
          <a:xfrm>
            <a:off x="-6096" y="-3429"/>
            <a:ext cx="9156192" cy="5150358"/>
            <a:chOff x="0" y="0"/>
            <a:chExt cx="12192000" cy="6858000"/>
          </a:xfrm>
        </p:grpSpPr>
        <p:sp>
          <p:nvSpPr>
            <p:cNvPr id="1415" name="Google Shape;1415;p3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6" name="Google Shape;1416;p3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7" name="Google Shape;1417;p3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8" name="Google Shape;1418;p3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9" name="Google Shape;1419;p3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0" name="Google Shape;1420;p3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1" name="Google Shape;1421;p3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2" name="Google Shape;1422;p3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3" name="Google Shape;1423;p3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4" name="Google Shape;1424;p3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5" name="Google Shape;1425;p3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6" name="Google Shape;1426;p3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7" name="Google Shape;1427;p3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8" name="Google Shape;1428;p3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9" name="Google Shape;1429;p3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0" name="Google Shape;1430;p3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1" name="Google Shape;1431;p3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2" name="Google Shape;1432;p3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3" name="Google Shape;1433;p3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4" name="Google Shape;1434;p3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5" name="Google Shape;1435;p3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6" name="Google Shape;1436;p3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7" name="Google Shape;1437;p3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8" name="Google Shape;1438;p3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9" name="Google Shape;1439;p3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0" name="Google Shape;1440;p3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1" name="Google Shape;1441;p3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2" name="Google Shape;1442;p3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3" name="Google Shape;1443;p3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4" name="Google Shape;1444;p3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5" name="Google Shape;1445;p3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6" name="Google Shape;1446;p3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7" name="Google Shape;1447;p3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8" name="Google Shape;1448;p3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9" name="Google Shape;1449;p3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0" name="Google Shape;1450;p3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1" name="Google Shape;1451;p3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2" name="Google Shape;1452;p3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3" name="Google Shape;1453;p3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4" name="Google Shape;1454;p3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5" name="Google Shape;1455;p3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6" name="Google Shape;1456;p3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7" name="Google Shape;1457;p3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8" name="Google Shape;1458;p3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9" name="Google Shape;1459;p3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0" name="Google Shape;1460;p3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1" name="Google Shape;1461;p3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2" name="Google Shape;1462;p3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3" name="Google Shape;1463;p3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4" name="Google Shape;1464;p3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5" name="Google Shape;1465;p3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6" name="Google Shape;1466;p3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7" name="Google Shape;1467;p3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8" name="Google Shape;1468;p3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9" name="Google Shape;1469;p3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0" name="Google Shape;1470;p3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1" name="Google Shape;1471;p3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2" name="Google Shape;1472;p3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3" name="Google Shape;1473;p3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74" name="Google Shape;1474;p3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5" name="Google Shape;1475;p3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6" name="Google Shape;1476;p38"/>
          <p:cNvSpPr txBox="1"/>
          <p:nvPr>
            <p:ph idx="1" type="body"/>
          </p:nvPr>
        </p:nvSpPr>
        <p:spPr>
          <a:xfrm>
            <a:off x="208725"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77" name="Google Shape;1477;p38"/>
          <p:cNvSpPr txBox="1"/>
          <p:nvPr>
            <p:ph idx="2" type="subTitle"/>
          </p:nvPr>
        </p:nvSpPr>
        <p:spPr>
          <a:xfrm>
            <a:off x="208725"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8" name="Google Shape;1478;p38"/>
          <p:cNvSpPr txBox="1"/>
          <p:nvPr>
            <p:ph idx="3" type="body"/>
          </p:nvPr>
        </p:nvSpPr>
        <p:spPr>
          <a:xfrm>
            <a:off x="3310098"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79" name="Google Shape;1479;p38"/>
          <p:cNvSpPr txBox="1"/>
          <p:nvPr>
            <p:ph idx="4" type="subTitle"/>
          </p:nvPr>
        </p:nvSpPr>
        <p:spPr>
          <a:xfrm>
            <a:off x="3310098"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0" name="Google Shape;1480;p38"/>
          <p:cNvSpPr txBox="1"/>
          <p:nvPr>
            <p:ph idx="5" type="body"/>
          </p:nvPr>
        </p:nvSpPr>
        <p:spPr>
          <a:xfrm>
            <a:off x="6411471"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81" name="Google Shape;1481;p38"/>
          <p:cNvSpPr txBox="1"/>
          <p:nvPr>
            <p:ph idx="6" type="subTitle"/>
          </p:nvPr>
        </p:nvSpPr>
        <p:spPr>
          <a:xfrm>
            <a:off x="6411471"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2" name="Google Shape;1482;p3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83" name="Shape 1483"/>
        <p:cNvGrpSpPr/>
        <p:nvPr/>
      </p:nvGrpSpPr>
      <p:grpSpPr>
        <a:xfrm>
          <a:off x="0" y="0"/>
          <a:ext cx="0" cy="0"/>
          <a:chOff x="0" y="0"/>
          <a:chExt cx="0" cy="0"/>
        </a:xfrm>
      </p:grpSpPr>
      <p:sp>
        <p:nvSpPr>
          <p:cNvPr id="1484" name="Google Shape;1484;p3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85" name="Google Shape;1485;p39"/>
          <p:cNvGrpSpPr/>
          <p:nvPr/>
        </p:nvGrpSpPr>
        <p:grpSpPr>
          <a:xfrm>
            <a:off x="-6096" y="-3429"/>
            <a:ext cx="9156192" cy="5150358"/>
            <a:chOff x="0" y="0"/>
            <a:chExt cx="12192000" cy="6858000"/>
          </a:xfrm>
        </p:grpSpPr>
        <p:sp>
          <p:nvSpPr>
            <p:cNvPr id="1486" name="Google Shape;1486;p3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7" name="Google Shape;1487;p3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8" name="Google Shape;1488;p3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9" name="Google Shape;1489;p3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0" name="Google Shape;1490;p3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1" name="Google Shape;1491;p3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2" name="Google Shape;1492;p3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3" name="Google Shape;1493;p3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4" name="Google Shape;1494;p3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5" name="Google Shape;1495;p3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6" name="Google Shape;1496;p3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7" name="Google Shape;1497;p3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8" name="Google Shape;1498;p3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9" name="Google Shape;1499;p3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0" name="Google Shape;1500;p3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1" name="Google Shape;1501;p3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2" name="Google Shape;1502;p3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3" name="Google Shape;1503;p3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4" name="Google Shape;1504;p3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5" name="Google Shape;1505;p3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6" name="Google Shape;1506;p3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7" name="Google Shape;1507;p3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8" name="Google Shape;1508;p3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9" name="Google Shape;1509;p3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0" name="Google Shape;1510;p3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1" name="Google Shape;1511;p3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2" name="Google Shape;1512;p3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3" name="Google Shape;1513;p3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4" name="Google Shape;1514;p3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5" name="Google Shape;1515;p3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6" name="Google Shape;1516;p3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7" name="Google Shape;1517;p3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8" name="Google Shape;1518;p3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9" name="Google Shape;1519;p3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0" name="Google Shape;1520;p3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1" name="Google Shape;1521;p3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2" name="Google Shape;1522;p3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3" name="Google Shape;1523;p3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4" name="Google Shape;1524;p3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5" name="Google Shape;1525;p3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6" name="Google Shape;1526;p3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7" name="Google Shape;1527;p3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8" name="Google Shape;1528;p3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9" name="Google Shape;1529;p3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0" name="Google Shape;1530;p3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1" name="Google Shape;1531;p3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2" name="Google Shape;1532;p3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3" name="Google Shape;1533;p3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4" name="Google Shape;1534;p3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5" name="Google Shape;1535;p3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6" name="Google Shape;1536;p3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7" name="Google Shape;1537;p3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8" name="Google Shape;1538;p3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9" name="Google Shape;1539;p3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0" name="Google Shape;1540;p3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1" name="Google Shape;1541;p3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2" name="Google Shape;1542;p3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3" name="Google Shape;1543;p3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4" name="Google Shape;1544;p3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45" name="Google Shape;1545;p3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6" name="Google Shape;1546;p39"/>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7" name="Google Shape;1547;p39"/>
          <p:cNvSpPr txBox="1"/>
          <p:nvPr>
            <p:ph idx="1" type="body"/>
          </p:nvPr>
        </p:nvSpPr>
        <p:spPr>
          <a:xfrm>
            <a:off x="208725"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48" name="Google Shape;1548;p39"/>
          <p:cNvSpPr txBox="1"/>
          <p:nvPr>
            <p:ph idx="2" type="subTitle"/>
          </p:nvPr>
        </p:nvSpPr>
        <p:spPr>
          <a:xfrm>
            <a:off x="208725"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9" name="Google Shape;1549;p39"/>
          <p:cNvSpPr txBox="1"/>
          <p:nvPr>
            <p:ph idx="3" type="body"/>
          </p:nvPr>
        </p:nvSpPr>
        <p:spPr>
          <a:xfrm>
            <a:off x="2500573"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50" name="Google Shape;1550;p39"/>
          <p:cNvSpPr txBox="1"/>
          <p:nvPr>
            <p:ph idx="4" type="subTitle"/>
          </p:nvPr>
        </p:nvSpPr>
        <p:spPr>
          <a:xfrm>
            <a:off x="2500573"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1" name="Google Shape;1551;p39"/>
          <p:cNvSpPr txBox="1"/>
          <p:nvPr>
            <p:ph idx="5" type="body"/>
          </p:nvPr>
        </p:nvSpPr>
        <p:spPr>
          <a:xfrm>
            <a:off x="479242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52" name="Google Shape;1552;p39"/>
          <p:cNvSpPr txBox="1"/>
          <p:nvPr>
            <p:ph idx="6" type="subTitle"/>
          </p:nvPr>
        </p:nvSpPr>
        <p:spPr>
          <a:xfrm>
            <a:off x="479242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3" name="Google Shape;1553;p39"/>
          <p:cNvSpPr txBox="1"/>
          <p:nvPr>
            <p:ph idx="7" type="body"/>
          </p:nvPr>
        </p:nvSpPr>
        <p:spPr>
          <a:xfrm>
            <a:off x="708427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54" name="Google Shape;1554;p39"/>
          <p:cNvSpPr txBox="1"/>
          <p:nvPr>
            <p:ph idx="8" type="subTitle"/>
          </p:nvPr>
        </p:nvSpPr>
        <p:spPr>
          <a:xfrm>
            <a:off x="708427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5" name="Google Shape;1555;p3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56" name="Shape 1556"/>
        <p:cNvGrpSpPr/>
        <p:nvPr/>
      </p:nvGrpSpPr>
      <p:grpSpPr>
        <a:xfrm>
          <a:off x="0" y="0"/>
          <a:ext cx="0" cy="0"/>
          <a:chOff x="0" y="0"/>
          <a:chExt cx="0" cy="0"/>
        </a:xfrm>
      </p:grpSpPr>
      <p:sp>
        <p:nvSpPr>
          <p:cNvPr id="1557" name="Google Shape;1557;p4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58" name="Google Shape;1558;p40"/>
          <p:cNvGrpSpPr/>
          <p:nvPr/>
        </p:nvGrpSpPr>
        <p:grpSpPr>
          <a:xfrm>
            <a:off x="-6096" y="-3429"/>
            <a:ext cx="9156192" cy="5150358"/>
            <a:chOff x="0" y="0"/>
            <a:chExt cx="12192000" cy="6858000"/>
          </a:xfrm>
        </p:grpSpPr>
        <p:sp>
          <p:nvSpPr>
            <p:cNvPr id="1559" name="Google Shape;1559;p4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0" name="Google Shape;1560;p4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1" name="Google Shape;1561;p4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2" name="Google Shape;1562;p4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3" name="Google Shape;1563;p4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4" name="Google Shape;1564;p4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5" name="Google Shape;1565;p4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6" name="Google Shape;1566;p4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7" name="Google Shape;1567;p4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8" name="Google Shape;1568;p4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9" name="Google Shape;1569;p4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0" name="Google Shape;1570;p4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1" name="Google Shape;1571;p4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2" name="Google Shape;1572;p4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3" name="Google Shape;1573;p4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4" name="Google Shape;1574;p4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5" name="Google Shape;1575;p4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6" name="Google Shape;1576;p4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7" name="Google Shape;1577;p4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8" name="Google Shape;1578;p4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9" name="Google Shape;1579;p4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0" name="Google Shape;1580;p4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1" name="Google Shape;1581;p4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2" name="Google Shape;1582;p4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3" name="Google Shape;1583;p4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4" name="Google Shape;1584;p4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5" name="Google Shape;1585;p4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6" name="Google Shape;1586;p4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7" name="Google Shape;1587;p4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8" name="Google Shape;1588;p4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9" name="Google Shape;1589;p4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0" name="Google Shape;1590;p4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1" name="Google Shape;1591;p4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2" name="Google Shape;1592;p4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3" name="Google Shape;1593;p4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4" name="Google Shape;1594;p4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5" name="Google Shape;1595;p4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6" name="Google Shape;1596;p4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7" name="Google Shape;1597;p4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8" name="Google Shape;1598;p4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9" name="Google Shape;1599;p4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0" name="Google Shape;1600;p4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1" name="Google Shape;1601;p4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2" name="Google Shape;1602;p4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3" name="Google Shape;1603;p4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4" name="Google Shape;1604;p4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5" name="Google Shape;1605;p4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6" name="Google Shape;1606;p4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7" name="Google Shape;1607;p4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8" name="Google Shape;1608;p4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9" name="Google Shape;1609;p4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0" name="Google Shape;1610;p4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1" name="Google Shape;1611;p4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2" name="Google Shape;1612;p4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3" name="Google Shape;1613;p4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4" name="Google Shape;1614;p4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5" name="Google Shape;1615;p4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6" name="Google Shape;1616;p4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7" name="Google Shape;1617;p4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18" name="Google Shape;1618;p4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9" name="Google Shape;1619;p4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20" name="Google Shape;1620;p40"/>
          <p:cNvSpPr/>
          <p:nvPr>
            <p:ph idx="2" type="pic"/>
          </p:nvPr>
        </p:nvSpPr>
        <p:spPr>
          <a:xfrm>
            <a:off x="213450" y="2022825"/>
            <a:ext cx="8717100" cy="2837700"/>
          </a:xfrm>
          <a:prstGeom prst="roundRect">
            <a:avLst>
              <a:gd fmla="val 4123" name="adj"/>
            </a:avLst>
          </a:prstGeom>
          <a:noFill/>
          <a:ln>
            <a:noFill/>
          </a:ln>
        </p:spPr>
      </p:sp>
      <p:sp>
        <p:nvSpPr>
          <p:cNvPr id="1621" name="Google Shape;1621;p4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622" name="Shape 1622"/>
        <p:cNvGrpSpPr/>
        <p:nvPr/>
      </p:nvGrpSpPr>
      <p:grpSpPr>
        <a:xfrm>
          <a:off x="0" y="0"/>
          <a:ext cx="0" cy="0"/>
          <a:chOff x="0" y="0"/>
          <a:chExt cx="0" cy="0"/>
        </a:xfrm>
      </p:grpSpPr>
      <p:sp>
        <p:nvSpPr>
          <p:cNvPr id="1623" name="Google Shape;1623;p4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24" name="Google Shape;1624;p41"/>
          <p:cNvGrpSpPr/>
          <p:nvPr/>
        </p:nvGrpSpPr>
        <p:grpSpPr>
          <a:xfrm>
            <a:off x="-6096" y="-3429"/>
            <a:ext cx="9156192" cy="5150358"/>
            <a:chOff x="0" y="0"/>
            <a:chExt cx="12192000" cy="6858000"/>
          </a:xfrm>
        </p:grpSpPr>
        <p:sp>
          <p:nvSpPr>
            <p:cNvPr id="1625" name="Google Shape;1625;p4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6" name="Google Shape;1626;p4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7" name="Google Shape;1627;p4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8" name="Google Shape;1628;p4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9" name="Google Shape;1629;p4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0" name="Google Shape;1630;p4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1" name="Google Shape;1631;p4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2" name="Google Shape;1632;p4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3" name="Google Shape;1633;p4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4" name="Google Shape;1634;p4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5" name="Google Shape;1635;p4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6" name="Google Shape;1636;p4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7" name="Google Shape;1637;p4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8" name="Google Shape;1638;p4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9" name="Google Shape;1639;p4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0" name="Google Shape;1640;p4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1" name="Google Shape;1641;p4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2" name="Google Shape;1642;p4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3" name="Google Shape;1643;p4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4" name="Google Shape;1644;p4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5" name="Google Shape;1645;p4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6" name="Google Shape;1646;p4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7" name="Google Shape;1647;p4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8" name="Google Shape;1648;p4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9" name="Google Shape;1649;p4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0" name="Google Shape;1650;p4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1" name="Google Shape;1651;p4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2" name="Google Shape;1652;p4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3" name="Google Shape;1653;p4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4" name="Google Shape;1654;p4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5" name="Google Shape;1655;p4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6" name="Google Shape;1656;p4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7" name="Google Shape;1657;p4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8" name="Google Shape;1658;p4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9" name="Google Shape;1659;p4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0" name="Google Shape;1660;p4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1" name="Google Shape;1661;p4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2" name="Google Shape;1662;p4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3" name="Google Shape;1663;p4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4" name="Google Shape;1664;p4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5" name="Google Shape;1665;p4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6" name="Google Shape;1666;p4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7" name="Google Shape;1667;p4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8" name="Google Shape;1668;p4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9" name="Google Shape;1669;p4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0" name="Google Shape;1670;p4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1" name="Google Shape;1671;p4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2" name="Google Shape;1672;p4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3" name="Google Shape;1673;p4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4" name="Google Shape;1674;p4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5" name="Google Shape;1675;p4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6" name="Google Shape;1676;p4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7" name="Google Shape;1677;p4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8" name="Google Shape;1678;p4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9" name="Google Shape;1679;p4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0" name="Google Shape;1680;p4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1" name="Google Shape;1681;p4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2" name="Google Shape;1682;p4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3" name="Google Shape;1683;p4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84" name="Google Shape;1684;p4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5" name="Google Shape;1685;p41"/>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86" name="Google Shape;1686;p41"/>
          <p:cNvSpPr txBox="1"/>
          <p:nvPr>
            <p:ph idx="1" type="body"/>
          </p:nvPr>
        </p:nvSpPr>
        <p:spPr>
          <a:xfrm>
            <a:off x="11736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87" name="Google Shape;1687;p41"/>
          <p:cNvSpPr txBox="1"/>
          <p:nvPr>
            <p:ph idx="2" type="subTitle"/>
          </p:nvPr>
        </p:nvSpPr>
        <p:spPr>
          <a:xfrm>
            <a:off x="11736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8" name="Google Shape;1688;p41"/>
          <p:cNvSpPr txBox="1"/>
          <p:nvPr>
            <p:ph idx="3" type="body"/>
          </p:nvPr>
        </p:nvSpPr>
        <p:spPr>
          <a:xfrm>
            <a:off x="49161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89" name="Google Shape;1689;p41"/>
          <p:cNvSpPr txBox="1"/>
          <p:nvPr>
            <p:ph idx="4" type="subTitle"/>
          </p:nvPr>
        </p:nvSpPr>
        <p:spPr>
          <a:xfrm>
            <a:off x="49161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0" name="Google Shape;1690;p41"/>
          <p:cNvSpPr/>
          <p:nvPr>
            <p:ph idx="5" type="pic"/>
          </p:nvPr>
        </p:nvSpPr>
        <p:spPr>
          <a:xfrm>
            <a:off x="1173600" y="3022475"/>
            <a:ext cx="3054300" cy="1864500"/>
          </a:xfrm>
          <a:prstGeom prst="roundRect">
            <a:avLst>
              <a:gd fmla="val 3854" name="adj"/>
            </a:avLst>
          </a:prstGeom>
          <a:noFill/>
          <a:ln>
            <a:noFill/>
          </a:ln>
        </p:spPr>
      </p:sp>
      <p:sp>
        <p:nvSpPr>
          <p:cNvPr id="1691" name="Google Shape;1691;p41"/>
          <p:cNvSpPr/>
          <p:nvPr>
            <p:ph idx="6" type="pic"/>
          </p:nvPr>
        </p:nvSpPr>
        <p:spPr>
          <a:xfrm>
            <a:off x="4916100" y="3022475"/>
            <a:ext cx="3054300" cy="1864500"/>
          </a:xfrm>
          <a:prstGeom prst="roundRect">
            <a:avLst>
              <a:gd fmla="val 3854" name="adj"/>
            </a:avLst>
          </a:prstGeom>
          <a:noFill/>
          <a:ln>
            <a:noFill/>
          </a:ln>
        </p:spPr>
      </p:sp>
      <p:sp>
        <p:nvSpPr>
          <p:cNvPr id="1692" name="Google Shape;1692;p4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93" name="Shape 1693"/>
        <p:cNvGrpSpPr/>
        <p:nvPr/>
      </p:nvGrpSpPr>
      <p:grpSpPr>
        <a:xfrm>
          <a:off x="0" y="0"/>
          <a:ext cx="0" cy="0"/>
          <a:chOff x="0" y="0"/>
          <a:chExt cx="0" cy="0"/>
        </a:xfrm>
      </p:grpSpPr>
      <p:sp>
        <p:nvSpPr>
          <p:cNvPr id="1694" name="Google Shape;1694;p4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95" name="Google Shape;1695;p42"/>
          <p:cNvGrpSpPr/>
          <p:nvPr/>
        </p:nvGrpSpPr>
        <p:grpSpPr>
          <a:xfrm>
            <a:off x="-6096" y="-3429"/>
            <a:ext cx="9156192" cy="5150358"/>
            <a:chOff x="0" y="0"/>
            <a:chExt cx="12192000" cy="6858000"/>
          </a:xfrm>
        </p:grpSpPr>
        <p:sp>
          <p:nvSpPr>
            <p:cNvPr id="1696" name="Google Shape;1696;p4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7" name="Google Shape;1697;p4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8" name="Google Shape;1698;p4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9" name="Google Shape;1699;p4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0" name="Google Shape;1700;p4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1" name="Google Shape;1701;p4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2" name="Google Shape;1702;p4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3" name="Google Shape;1703;p4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4" name="Google Shape;1704;p4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5" name="Google Shape;1705;p4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6" name="Google Shape;1706;p4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7" name="Google Shape;1707;p4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8" name="Google Shape;1708;p4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9" name="Google Shape;1709;p4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0" name="Google Shape;1710;p4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1" name="Google Shape;1711;p4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2" name="Google Shape;1712;p4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3" name="Google Shape;1713;p4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4" name="Google Shape;1714;p4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5" name="Google Shape;1715;p4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6" name="Google Shape;1716;p4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7" name="Google Shape;1717;p4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8" name="Google Shape;1718;p4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9" name="Google Shape;1719;p4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0" name="Google Shape;1720;p4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1" name="Google Shape;1721;p4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2" name="Google Shape;1722;p4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3" name="Google Shape;1723;p4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4" name="Google Shape;1724;p4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5" name="Google Shape;1725;p4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6" name="Google Shape;1726;p4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7" name="Google Shape;1727;p4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8" name="Google Shape;1728;p4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9" name="Google Shape;1729;p4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0" name="Google Shape;1730;p4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1" name="Google Shape;1731;p4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2" name="Google Shape;1732;p4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3" name="Google Shape;1733;p4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4" name="Google Shape;1734;p4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5" name="Google Shape;1735;p4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6" name="Google Shape;1736;p4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7" name="Google Shape;1737;p4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8" name="Google Shape;1738;p4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9" name="Google Shape;1739;p4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0" name="Google Shape;1740;p4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1" name="Google Shape;1741;p4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2" name="Google Shape;1742;p4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3" name="Google Shape;1743;p4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4" name="Google Shape;1744;p4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5" name="Google Shape;1745;p4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6" name="Google Shape;1746;p4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7" name="Google Shape;1747;p4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8" name="Google Shape;1748;p4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9" name="Google Shape;1749;p4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0" name="Google Shape;1750;p4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1" name="Google Shape;1751;p4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2" name="Google Shape;1752;p4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3" name="Google Shape;1753;p4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4" name="Google Shape;1754;p4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55" name="Google Shape;1755;p4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6" name="Google Shape;1756;p42"/>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57" name="Google Shape;1757;p42"/>
          <p:cNvSpPr txBox="1"/>
          <p:nvPr>
            <p:ph idx="1" type="body"/>
          </p:nvPr>
        </p:nvSpPr>
        <p:spPr>
          <a:xfrm>
            <a:off x="423750"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58" name="Google Shape;1758;p42"/>
          <p:cNvSpPr txBox="1"/>
          <p:nvPr>
            <p:ph idx="2" type="subTitle"/>
          </p:nvPr>
        </p:nvSpPr>
        <p:spPr>
          <a:xfrm>
            <a:off x="423750"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9" name="Google Shape;1759;p42"/>
          <p:cNvSpPr txBox="1"/>
          <p:nvPr>
            <p:ph idx="3" type="body"/>
          </p:nvPr>
        </p:nvSpPr>
        <p:spPr>
          <a:xfrm>
            <a:off x="3276074"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60" name="Google Shape;1760;p42"/>
          <p:cNvSpPr txBox="1"/>
          <p:nvPr>
            <p:ph idx="4" type="subTitle"/>
          </p:nvPr>
        </p:nvSpPr>
        <p:spPr>
          <a:xfrm>
            <a:off x="327607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1" name="Google Shape;1761;p42"/>
          <p:cNvSpPr/>
          <p:nvPr>
            <p:ph idx="5" type="pic"/>
          </p:nvPr>
        </p:nvSpPr>
        <p:spPr>
          <a:xfrm>
            <a:off x="423750" y="3022475"/>
            <a:ext cx="2586900" cy="1864500"/>
          </a:xfrm>
          <a:prstGeom prst="roundRect">
            <a:avLst>
              <a:gd fmla="val 3854" name="adj"/>
            </a:avLst>
          </a:prstGeom>
          <a:noFill/>
          <a:ln>
            <a:noFill/>
          </a:ln>
        </p:spPr>
      </p:sp>
      <p:sp>
        <p:nvSpPr>
          <p:cNvPr id="1762" name="Google Shape;1762;p42"/>
          <p:cNvSpPr/>
          <p:nvPr>
            <p:ph idx="6" type="pic"/>
          </p:nvPr>
        </p:nvSpPr>
        <p:spPr>
          <a:xfrm>
            <a:off x="3276071" y="3022475"/>
            <a:ext cx="2586900" cy="1864500"/>
          </a:xfrm>
          <a:prstGeom prst="roundRect">
            <a:avLst>
              <a:gd fmla="val 3854" name="adj"/>
            </a:avLst>
          </a:prstGeom>
          <a:noFill/>
          <a:ln>
            <a:noFill/>
          </a:ln>
        </p:spPr>
      </p:sp>
      <p:sp>
        <p:nvSpPr>
          <p:cNvPr id="1763" name="Google Shape;1763;p42"/>
          <p:cNvSpPr txBox="1"/>
          <p:nvPr>
            <p:ph idx="7" type="body"/>
          </p:nvPr>
        </p:nvSpPr>
        <p:spPr>
          <a:xfrm>
            <a:off x="6128397"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64" name="Google Shape;1764;p42"/>
          <p:cNvSpPr txBox="1"/>
          <p:nvPr>
            <p:ph idx="8" type="subTitle"/>
          </p:nvPr>
        </p:nvSpPr>
        <p:spPr>
          <a:xfrm>
            <a:off x="612839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5" name="Google Shape;1765;p42"/>
          <p:cNvSpPr/>
          <p:nvPr>
            <p:ph idx="9" type="pic"/>
          </p:nvPr>
        </p:nvSpPr>
        <p:spPr>
          <a:xfrm>
            <a:off x="6128391" y="3022475"/>
            <a:ext cx="2586900" cy="1864500"/>
          </a:xfrm>
          <a:prstGeom prst="roundRect">
            <a:avLst>
              <a:gd fmla="val 3854" name="adj"/>
            </a:avLst>
          </a:prstGeom>
          <a:noFill/>
          <a:ln>
            <a:noFill/>
          </a:ln>
        </p:spPr>
      </p:sp>
      <p:sp>
        <p:nvSpPr>
          <p:cNvPr id="1766" name="Google Shape;1766;p4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67" name="Shape 1767"/>
        <p:cNvGrpSpPr/>
        <p:nvPr/>
      </p:nvGrpSpPr>
      <p:grpSpPr>
        <a:xfrm>
          <a:off x="0" y="0"/>
          <a:ext cx="0" cy="0"/>
          <a:chOff x="0" y="0"/>
          <a:chExt cx="0" cy="0"/>
        </a:xfrm>
      </p:grpSpPr>
      <p:sp>
        <p:nvSpPr>
          <p:cNvPr id="1768" name="Google Shape;1768;p4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69" name="Google Shape;1769;p43"/>
          <p:cNvGrpSpPr/>
          <p:nvPr/>
        </p:nvGrpSpPr>
        <p:grpSpPr>
          <a:xfrm>
            <a:off x="-6096" y="-3429"/>
            <a:ext cx="9156192" cy="5150358"/>
            <a:chOff x="0" y="0"/>
            <a:chExt cx="12192000" cy="6858000"/>
          </a:xfrm>
        </p:grpSpPr>
        <p:sp>
          <p:nvSpPr>
            <p:cNvPr id="1770" name="Google Shape;1770;p4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1" name="Google Shape;1771;p4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2" name="Google Shape;1772;p4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3" name="Google Shape;1773;p4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4" name="Google Shape;1774;p4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5" name="Google Shape;1775;p4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6" name="Google Shape;1776;p4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7" name="Google Shape;1777;p4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8" name="Google Shape;1778;p4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9" name="Google Shape;1779;p4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0" name="Google Shape;1780;p4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1" name="Google Shape;1781;p4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2" name="Google Shape;1782;p4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3" name="Google Shape;1783;p4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4" name="Google Shape;1784;p4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5" name="Google Shape;1785;p4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6" name="Google Shape;1786;p4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7" name="Google Shape;1787;p4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8" name="Google Shape;1788;p4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9" name="Google Shape;1789;p4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0" name="Google Shape;1790;p4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1" name="Google Shape;1791;p4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2" name="Google Shape;1792;p4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3" name="Google Shape;1793;p4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4" name="Google Shape;1794;p4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5" name="Google Shape;1795;p4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6" name="Google Shape;1796;p4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7" name="Google Shape;1797;p4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8" name="Google Shape;1798;p4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9" name="Google Shape;1799;p4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0" name="Google Shape;1800;p4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1" name="Google Shape;1801;p4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2" name="Google Shape;1802;p4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3" name="Google Shape;1803;p4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4" name="Google Shape;1804;p4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5" name="Google Shape;1805;p4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6" name="Google Shape;1806;p4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7" name="Google Shape;1807;p4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8" name="Google Shape;1808;p4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9" name="Google Shape;1809;p4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0" name="Google Shape;1810;p4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1" name="Google Shape;1811;p4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2" name="Google Shape;1812;p4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3" name="Google Shape;1813;p4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4" name="Google Shape;1814;p4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5" name="Google Shape;1815;p4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6" name="Google Shape;1816;p4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7" name="Google Shape;1817;p4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8" name="Google Shape;1818;p4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9" name="Google Shape;1819;p4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0" name="Google Shape;1820;p4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1" name="Google Shape;1821;p4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2" name="Google Shape;1822;p4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3" name="Google Shape;1823;p4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4" name="Google Shape;1824;p4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5" name="Google Shape;1825;p4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6" name="Google Shape;1826;p4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7" name="Google Shape;1827;p4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8" name="Google Shape;1828;p4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29" name="Google Shape;1829;p4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0" name="Google Shape;1830;p43"/>
          <p:cNvSpPr/>
          <p:nvPr>
            <p:ph idx="2" type="pic"/>
          </p:nvPr>
        </p:nvSpPr>
        <p:spPr>
          <a:xfrm>
            <a:off x="436350" y="262350"/>
            <a:ext cx="8271300" cy="4618800"/>
          </a:xfrm>
          <a:prstGeom prst="roundRect">
            <a:avLst>
              <a:gd fmla="val 3854" name="adj"/>
            </a:avLst>
          </a:prstGeom>
          <a:noFill/>
          <a:ln>
            <a:noFill/>
          </a:ln>
        </p:spPr>
      </p:sp>
      <p:sp>
        <p:nvSpPr>
          <p:cNvPr id="1831" name="Google Shape;1831;p4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832" name="Shape 1832"/>
        <p:cNvGrpSpPr/>
        <p:nvPr/>
      </p:nvGrpSpPr>
      <p:grpSpPr>
        <a:xfrm>
          <a:off x="0" y="0"/>
          <a:ext cx="0" cy="0"/>
          <a:chOff x="0" y="0"/>
          <a:chExt cx="0" cy="0"/>
        </a:xfrm>
      </p:grpSpPr>
      <p:sp>
        <p:nvSpPr>
          <p:cNvPr id="1833" name="Google Shape;1833;p4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834" name="Google Shape;1834;p44"/>
          <p:cNvGrpSpPr/>
          <p:nvPr/>
        </p:nvGrpSpPr>
        <p:grpSpPr>
          <a:xfrm>
            <a:off x="-6096" y="-3429"/>
            <a:ext cx="9156192" cy="5150358"/>
            <a:chOff x="0" y="0"/>
            <a:chExt cx="12192000" cy="6858000"/>
          </a:xfrm>
        </p:grpSpPr>
        <p:sp>
          <p:nvSpPr>
            <p:cNvPr id="1835" name="Google Shape;1835;p4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6" name="Google Shape;1836;p4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7" name="Google Shape;1837;p4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8" name="Google Shape;1838;p4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9" name="Google Shape;1839;p4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0" name="Google Shape;1840;p4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1" name="Google Shape;1841;p4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2" name="Google Shape;1842;p4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3" name="Google Shape;1843;p4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4" name="Google Shape;1844;p4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5" name="Google Shape;1845;p4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6" name="Google Shape;1846;p4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7" name="Google Shape;1847;p4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8" name="Google Shape;1848;p4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9" name="Google Shape;1849;p4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0" name="Google Shape;1850;p4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1" name="Google Shape;1851;p4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2" name="Google Shape;1852;p4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3" name="Google Shape;1853;p4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4" name="Google Shape;1854;p4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5" name="Google Shape;1855;p4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6" name="Google Shape;1856;p4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7" name="Google Shape;1857;p4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8" name="Google Shape;1858;p4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9" name="Google Shape;1859;p4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0" name="Google Shape;1860;p4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1" name="Google Shape;1861;p4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2" name="Google Shape;1862;p4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3" name="Google Shape;1863;p4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4" name="Google Shape;1864;p4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5" name="Google Shape;1865;p4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6" name="Google Shape;1866;p4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7" name="Google Shape;1867;p4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8" name="Google Shape;1868;p4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9" name="Google Shape;1869;p4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0" name="Google Shape;1870;p4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1" name="Google Shape;1871;p4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2" name="Google Shape;1872;p4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3" name="Google Shape;1873;p4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4" name="Google Shape;1874;p4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5" name="Google Shape;1875;p4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6" name="Google Shape;1876;p4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7" name="Google Shape;1877;p4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8" name="Google Shape;1878;p4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9" name="Google Shape;1879;p4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0" name="Google Shape;1880;p4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1" name="Google Shape;1881;p4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2" name="Google Shape;1882;p4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3" name="Google Shape;1883;p4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4" name="Google Shape;1884;p4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5" name="Google Shape;1885;p4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6" name="Google Shape;1886;p4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7" name="Google Shape;1887;p4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8" name="Google Shape;1888;p4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9" name="Google Shape;1889;p4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0" name="Google Shape;1890;p4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1" name="Google Shape;1891;p4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2" name="Google Shape;1892;p4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3" name="Google Shape;1893;p4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94" name="Google Shape;1894;p4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5" name="Google Shape;1895;p44"/>
          <p:cNvSpPr txBox="1"/>
          <p:nvPr>
            <p:ph type="title"/>
          </p:nvPr>
        </p:nvSpPr>
        <p:spPr>
          <a:xfrm>
            <a:off x="208725" y="344175"/>
            <a:ext cx="8729700" cy="8847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96" name="Google Shape;1896;p44"/>
          <p:cNvSpPr/>
          <p:nvPr>
            <p:ph idx="2" type="pic"/>
          </p:nvPr>
        </p:nvSpPr>
        <p:spPr>
          <a:xfrm>
            <a:off x="208725" y="1344450"/>
            <a:ext cx="2838600" cy="1151100"/>
          </a:xfrm>
          <a:prstGeom prst="roundRect">
            <a:avLst>
              <a:gd fmla="val 3854" name="adj"/>
            </a:avLst>
          </a:prstGeom>
          <a:noFill/>
          <a:ln>
            <a:noFill/>
          </a:ln>
        </p:spPr>
      </p:sp>
      <p:sp>
        <p:nvSpPr>
          <p:cNvPr id="1897" name="Google Shape;1897;p44"/>
          <p:cNvSpPr/>
          <p:nvPr>
            <p:ph idx="3" type="pic"/>
          </p:nvPr>
        </p:nvSpPr>
        <p:spPr>
          <a:xfrm>
            <a:off x="3154251" y="1344450"/>
            <a:ext cx="2838600" cy="1151100"/>
          </a:xfrm>
          <a:prstGeom prst="roundRect">
            <a:avLst>
              <a:gd fmla="val 3854" name="adj"/>
            </a:avLst>
          </a:prstGeom>
          <a:noFill/>
          <a:ln>
            <a:noFill/>
          </a:ln>
        </p:spPr>
      </p:sp>
      <p:sp>
        <p:nvSpPr>
          <p:cNvPr id="1898" name="Google Shape;1898;p44"/>
          <p:cNvSpPr/>
          <p:nvPr>
            <p:ph idx="4" type="pic"/>
          </p:nvPr>
        </p:nvSpPr>
        <p:spPr>
          <a:xfrm>
            <a:off x="6099777" y="1344450"/>
            <a:ext cx="2838600" cy="1151100"/>
          </a:xfrm>
          <a:prstGeom prst="roundRect">
            <a:avLst>
              <a:gd fmla="val 3854" name="adj"/>
            </a:avLst>
          </a:prstGeom>
          <a:noFill/>
          <a:ln>
            <a:noFill/>
          </a:ln>
        </p:spPr>
      </p:sp>
      <p:sp>
        <p:nvSpPr>
          <p:cNvPr id="1899" name="Google Shape;1899;p44"/>
          <p:cNvSpPr/>
          <p:nvPr>
            <p:ph idx="5" type="pic"/>
          </p:nvPr>
        </p:nvSpPr>
        <p:spPr>
          <a:xfrm>
            <a:off x="208725" y="2611125"/>
            <a:ext cx="2838600" cy="1151100"/>
          </a:xfrm>
          <a:prstGeom prst="roundRect">
            <a:avLst>
              <a:gd fmla="val 3854" name="adj"/>
            </a:avLst>
          </a:prstGeom>
          <a:noFill/>
          <a:ln>
            <a:noFill/>
          </a:ln>
        </p:spPr>
      </p:sp>
      <p:sp>
        <p:nvSpPr>
          <p:cNvPr id="1900" name="Google Shape;1900;p44"/>
          <p:cNvSpPr/>
          <p:nvPr>
            <p:ph idx="6" type="pic"/>
          </p:nvPr>
        </p:nvSpPr>
        <p:spPr>
          <a:xfrm>
            <a:off x="3154251" y="2611125"/>
            <a:ext cx="2838600" cy="1151100"/>
          </a:xfrm>
          <a:prstGeom prst="roundRect">
            <a:avLst>
              <a:gd fmla="val 3854" name="adj"/>
            </a:avLst>
          </a:prstGeom>
          <a:noFill/>
          <a:ln>
            <a:noFill/>
          </a:ln>
        </p:spPr>
      </p:sp>
      <p:sp>
        <p:nvSpPr>
          <p:cNvPr id="1901" name="Google Shape;1901;p44"/>
          <p:cNvSpPr/>
          <p:nvPr>
            <p:ph idx="7" type="pic"/>
          </p:nvPr>
        </p:nvSpPr>
        <p:spPr>
          <a:xfrm>
            <a:off x="6099777" y="2611125"/>
            <a:ext cx="2838600" cy="1151100"/>
          </a:xfrm>
          <a:prstGeom prst="roundRect">
            <a:avLst>
              <a:gd fmla="val 3854" name="adj"/>
            </a:avLst>
          </a:prstGeom>
          <a:noFill/>
          <a:ln>
            <a:noFill/>
          </a:ln>
        </p:spPr>
      </p:sp>
      <p:sp>
        <p:nvSpPr>
          <p:cNvPr id="1902" name="Google Shape;1902;p44"/>
          <p:cNvSpPr/>
          <p:nvPr>
            <p:ph idx="8" type="pic"/>
          </p:nvPr>
        </p:nvSpPr>
        <p:spPr>
          <a:xfrm>
            <a:off x="208725" y="3877800"/>
            <a:ext cx="2838600" cy="1151100"/>
          </a:xfrm>
          <a:prstGeom prst="roundRect">
            <a:avLst>
              <a:gd fmla="val 3854" name="adj"/>
            </a:avLst>
          </a:prstGeom>
          <a:noFill/>
          <a:ln>
            <a:noFill/>
          </a:ln>
        </p:spPr>
      </p:sp>
      <p:sp>
        <p:nvSpPr>
          <p:cNvPr id="1903" name="Google Shape;1903;p44"/>
          <p:cNvSpPr/>
          <p:nvPr>
            <p:ph idx="9" type="pic"/>
          </p:nvPr>
        </p:nvSpPr>
        <p:spPr>
          <a:xfrm>
            <a:off x="3154251" y="3877800"/>
            <a:ext cx="2838600" cy="1151100"/>
          </a:xfrm>
          <a:prstGeom prst="roundRect">
            <a:avLst>
              <a:gd fmla="val 3854" name="adj"/>
            </a:avLst>
          </a:prstGeom>
          <a:noFill/>
          <a:ln>
            <a:noFill/>
          </a:ln>
        </p:spPr>
      </p:sp>
      <p:sp>
        <p:nvSpPr>
          <p:cNvPr id="1904" name="Google Shape;1904;p44"/>
          <p:cNvSpPr/>
          <p:nvPr>
            <p:ph idx="13" type="pic"/>
          </p:nvPr>
        </p:nvSpPr>
        <p:spPr>
          <a:xfrm>
            <a:off x="6099777" y="3877800"/>
            <a:ext cx="2838600" cy="1151100"/>
          </a:xfrm>
          <a:prstGeom prst="roundRect">
            <a:avLst>
              <a:gd fmla="val 3854" name="adj"/>
            </a:avLst>
          </a:prstGeom>
          <a:noFill/>
          <a:ln>
            <a:noFill/>
          </a:ln>
        </p:spPr>
      </p:sp>
      <p:sp>
        <p:nvSpPr>
          <p:cNvPr id="1905" name="Google Shape;1905;p4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32" Type="http://schemas.openxmlformats.org/officeDocument/2006/relationships/theme" Target="../theme/theme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dk1"/>
              </a:buClr>
              <a:buSzPts val="4800"/>
              <a:buFont typeface="Lexend"/>
              <a:buNone/>
              <a:defRPr sz="48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26.jp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12.png"/><Relationship Id="rId9" Type="http://schemas.openxmlformats.org/officeDocument/2006/relationships/image" Target="../media/image21.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4.png"/><Relationship Id="rId10"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9" name="Shape 1909"/>
        <p:cNvGrpSpPr/>
        <p:nvPr/>
      </p:nvGrpSpPr>
      <p:grpSpPr>
        <a:xfrm>
          <a:off x="0" y="0"/>
          <a:ext cx="0" cy="0"/>
          <a:chOff x="0" y="0"/>
          <a:chExt cx="0" cy="0"/>
        </a:xfrm>
      </p:grpSpPr>
      <p:sp>
        <p:nvSpPr>
          <p:cNvPr id="1910" name="Google Shape;1910;p45"/>
          <p:cNvSpPr txBox="1"/>
          <p:nvPr>
            <p:ph idx="2" type="subTitle"/>
          </p:nvPr>
        </p:nvSpPr>
        <p:spPr>
          <a:xfrm>
            <a:off x="5767125" y="425525"/>
            <a:ext cx="3238500" cy="7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rgbClr val="434343"/>
                </a:solidFill>
                <a:latin typeface="Sora"/>
                <a:ea typeface="Sora"/>
                <a:cs typeface="Sora"/>
                <a:sym typeface="Sora"/>
              </a:rPr>
              <a:t>Team Members: Bohan Lin, Dexiao Zhang, Junzhe Chen, Ittoop Shinu Shibu, Melissa Cron, Qiuting Zhao</a:t>
            </a:r>
            <a:endParaRPr sz="1000">
              <a:solidFill>
                <a:srgbClr val="434343"/>
              </a:solidFill>
              <a:latin typeface="Sora"/>
              <a:ea typeface="Sora"/>
              <a:cs typeface="Sora"/>
              <a:sym typeface="Sora"/>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911" name="Google Shape;1911;p45"/>
          <p:cNvSpPr txBox="1"/>
          <p:nvPr>
            <p:ph type="title"/>
          </p:nvPr>
        </p:nvSpPr>
        <p:spPr>
          <a:xfrm>
            <a:off x="208725" y="344175"/>
            <a:ext cx="5340900" cy="20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Study Buddy App</a:t>
            </a:r>
            <a:endParaRPr/>
          </a:p>
        </p:txBody>
      </p:sp>
      <p:grpSp>
        <p:nvGrpSpPr>
          <p:cNvPr id="1912" name="Google Shape;1912;p45"/>
          <p:cNvGrpSpPr/>
          <p:nvPr/>
        </p:nvGrpSpPr>
        <p:grpSpPr>
          <a:xfrm>
            <a:off x="1966534" y="2571650"/>
            <a:ext cx="5210945" cy="2242155"/>
            <a:chOff x="2267909" y="2831175"/>
            <a:chExt cx="4608193" cy="1982804"/>
          </a:xfrm>
        </p:grpSpPr>
        <p:grpSp>
          <p:nvGrpSpPr>
            <p:cNvPr id="1913" name="Google Shape;1913;p45"/>
            <p:cNvGrpSpPr/>
            <p:nvPr/>
          </p:nvGrpSpPr>
          <p:grpSpPr>
            <a:xfrm>
              <a:off x="2267909" y="3080044"/>
              <a:ext cx="4608193" cy="1733935"/>
              <a:chOff x="5485193" y="340487"/>
              <a:chExt cx="3462464" cy="1302829"/>
            </a:xfrm>
          </p:grpSpPr>
          <p:sp>
            <p:nvSpPr>
              <p:cNvPr id="1914" name="Google Shape;1914;p45"/>
              <p:cNvSpPr/>
              <p:nvPr/>
            </p:nvSpPr>
            <p:spPr>
              <a:xfrm>
                <a:off x="5485193" y="340487"/>
                <a:ext cx="3462464" cy="1296479"/>
              </a:xfrm>
              <a:custGeom>
                <a:rect b="b" l="l" r="r" t="t"/>
                <a:pathLst>
                  <a:path extrusionOk="0" h="1296479" w="3462464">
                    <a:moveTo>
                      <a:pt x="0" y="0"/>
                    </a:moveTo>
                    <a:lnTo>
                      <a:pt x="3462464" y="0"/>
                    </a:lnTo>
                    <a:lnTo>
                      <a:pt x="3462464" y="1296480"/>
                    </a:lnTo>
                    <a:lnTo>
                      <a:pt x="0" y="129648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5" name="Google Shape;1915;p45"/>
              <p:cNvSpPr/>
              <p:nvPr/>
            </p:nvSpPr>
            <p:spPr>
              <a:xfrm>
                <a:off x="784021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6" name="Google Shape;1916;p45"/>
              <p:cNvSpPr/>
              <p:nvPr/>
            </p:nvSpPr>
            <p:spPr>
              <a:xfrm>
                <a:off x="802481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7" name="Google Shape;1917;p45"/>
              <p:cNvSpPr/>
              <p:nvPr/>
            </p:nvSpPr>
            <p:spPr>
              <a:xfrm>
                <a:off x="820934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8" name="Google Shape;1918;p45"/>
              <p:cNvSpPr/>
              <p:nvPr/>
            </p:nvSpPr>
            <p:spPr>
              <a:xfrm>
                <a:off x="839393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9" name="Google Shape;1919;p45"/>
              <p:cNvSpPr/>
              <p:nvPr/>
            </p:nvSpPr>
            <p:spPr>
              <a:xfrm>
                <a:off x="857853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0" name="Google Shape;1920;p45"/>
              <p:cNvSpPr/>
              <p:nvPr/>
            </p:nvSpPr>
            <p:spPr>
              <a:xfrm>
                <a:off x="876306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1" name="Google Shape;1921;p45"/>
              <p:cNvSpPr/>
              <p:nvPr/>
            </p:nvSpPr>
            <p:spPr>
              <a:xfrm>
                <a:off x="675500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2" name="Google Shape;1922;p45"/>
              <p:cNvSpPr/>
              <p:nvPr/>
            </p:nvSpPr>
            <p:spPr>
              <a:xfrm>
                <a:off x="69395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3" name="Google Shape;1923;p45"/>
              <p:cNvSpPr/>
              <p:nvPr/>
            </p:nvSpPr>
            <p:spPr>
              <a:xfrm>
                <a:off x="712412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4" name="Google Shape;1924;p45"/>
              <p:cNvSpPr/>
              <p:nvPr/>
            </p:nvSpPr>
            <p:spPr>
              <a:xfrm>
                <a:off x="730872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5" name="Google Shape;1925;p45"/>
              <p:cNvSpPr/>
              <p:nvPr/>
            </p:nvSpPr>
            <p:spPr>
              <a:xfrm>
                <a:off x="749331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6" name="Google Shape;1926;p45"/>
              <p:cNvSpPr/>
              <p:nvPr/>
            </p:nvSpPr>
            <p:spPr>
              <a:xfrm>
                <a:off x="7677911"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7" name="Google Shape;1927;p45"/>
              <p:cNvSpPr/>
              <p:nvPr/>
            </p:nvSpPr>
            <p:spPr>
              <a:xfrm>
                <a:off x="566978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8" name="Google Shape;1928;p45"/>
              <p:cNvSpPr/>
              <p:nvPr/>
            </p:nvSpPr>
            <p:spPr>
              <a:xfrm>
                <a:off x="585438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9" name="Google Shape;1929;p45"/>
              <p:cNvSpPr/>
              <p:nvPr/>
            </p:nvSpPr>
            <p:spPr>
              <a:xfrm>
                <a:off x="603897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0" name="Google Shape;1930;p45"/>
              <p:cNvSpPr/>
              <p:nvPr/>
            </p:nvSpPr>
            <p:spPr>
              <a:xfrm>
                <a:off x="622350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1" name="Google Shape;1931;p45"/>
              <p:cNvSpPr/>
              <p:nvPr/>
            </p:nvSpPr>
            <p:spPr>
              <a:xfrm>
                <a:off x="640810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2" name="Google Shape;1932;p45"/>
              <p:cNvSpPr/>
              <p:nvPr/>
            </p:nvSpPr>
            <p:spPr>
              <a:xfrm>
                <a:off x="65926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3" name="Google Shape;1933;p45"/>
              <p:cNvSpPr/>
              <p:nvPr/>
            </p:nvSpPr>
            <p:spPr>
              <a:xfrm>
                <a:off x="5485193" y="525653"/>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4" name="Google Shape;1934;p45"/>
              <p:cNvSpPr/>
              <p:nvPr/>
            </p:nvSpPr>
            <p:spPr>
              <a:xfrm>
                <a:off x="5485193" y="145173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5" name="Google Shape;1935;p45"/>
              <p:cNvSpPr/>
              <p:nvPr/>
            </p:nvSpPr>
            <p:spPr>
              <a:xfrm>
                <a:off x="5485193" y="1636966"/>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6" name="Google Shape;1936;p45"/>
              <p:cNvSpPr/>
              <p:nvPr/>
            </p:nvSpPr>
            <p:spPr>
              <a:xfrm>
                <a:off x="5485193" y="126650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7" name="Google Shape;1937;p45"/>
              <p:cNvSpPr/>
              <p:nvPr/>
            </p:nvSpPr>
            <p:spPr>
              <a:xfrm>
                <a:off x="5485193" y="1081278"/>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8" name="Google Shape;1938;p45"/>
              <p:cNvSpPr/>
              <p:nvPr/>
            </p:nvSpPr>
            <p:spPr>
              <a:xfrm>
                <a:off x="5485193" y="89611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9" name="Google Shape;1939;p45"/>
              <p:cNvSpPr/>
              <p:nvPr/>
            </p:nvSpPr>
            <p:spPr>
              <a:xfrm>
                <a:off x="5485193" y="71088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40" name="Google Shape;1940;p45"/>
            <p:cNvSpPr/>
            <p:nvPr/>
          </p:nvSpPr>
          <p:spPr>
            <a:xfrm>
              <a:off x="2764500" y="3326025"/>
              <a:ext cx="1195167" cy="737592"/>
            </a:xfrm>
            <a:custGeom>
              <a:rect b="b" l="l" r="r" t="t"/>
              <a:pathLst>
                <a:path extrusionOk="0" h="555625" w="922909">
                  <a:moveTo>
                    <a:pt x="0" y="0"/>
                  </a:moveTo>
                  <a:lnTo>
                    <a:pt x="922909" y="0"/>
                  </a:lnTo>
                  <a:lnTo>
                    <a:pt x="922909" y="555625"/>
                  </a:lnTo>
                  <a:lnTo>
                    <a:pt x="0" y="555625"/>
                  </a:ln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1" name="Google Shape;1941;p45"/>
            <p:cNvSpPr/>
            <p:nvPr/>
          </p:nvSpPr>
          <p:spPr>
            <a:xfrm>
              <a:off x="5406200" y="2831175"/>
              <a:ext cx="974139" cy="985252"/>
            </a:xfrm>
            <a:custGeom>
              <a:rect b="b" l="l" r="r" t="t"/>
              <a:pathLst>
                <a:path extrusionOk="0" h="740791" w="740790">
                  <a:moveTo>
                    <a:pt x="740791" y="370395"/>
                  </a:moveTo>
                  <a:cubicBezTo>
                    <a:pt x="740791" y="574959"/>
                    <a:pt x="574959" y="740791"/>
                    <a:pt x="370396" y="740791"/>
                  </a:cubicBezTo>
                  <a:cubicBezTo>
                    <a:pt x="165832" y="740791"/>
                    <a:pt x="0" y="574959"/>
                    <a:pt x="0" y="370395"/>
                  </a:cubicBezTo>
                  <a:cubicBezTo>
                    <a:pt x="0" y="165832"/>
                    <a:pt x="165832" y="0"/>
                    <a:pt x="370396" y="0"/>
                  </a:cubicBezTo>
                  <a:cubicBezTo>
                    <a:pt x="574959" y="0"/>
                    <a:pt x="740791" y="165832"/>
                    <a:pt x="740791" y="370395"/>
                  </a:cubicBezTo>
                  <a:close/>
                </a:path>
              </a:pathLst>
            </a:custGeom>
            <a:solidFill>
              <a:schemeClr val="accent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2" name="Google Shape;1942;p45"/>
            <p:cNvSpPr/>
            <p:nvPr/>
          </p:nvSpPr>
          <p:spPr>
            <a:xfrm>
              <a:off x="4203775" y="3816425"/>
              <a:ext cx="736446" cy="738062"/>
            </a:xfrm>
            <a:custGeom>
              <a:rect b="b" l="l" r="r" t="t"/>
              <a:pathLst>
                <a:path extrusionOk="0" h="581151" w="553719">
                  <a:moveTo>
                    <a:pt x="553720" y="581152"/>
                  </a:moveTo>
                  <a:lnTo>
                    <a:pt x="0" y="581152"/>
                  </a:lnTo>
                  <a:lnTo>
                    <a:pt x="0" y="0"/>
                  </a:lnTo>
                  <a:lnTo>
                    <a:pt x="553720" y="581152"/>
                  </a:lnTo>
                  <a:close/>
                </a:path>
              </a:pathLst>
            </a:custGeom>
            <a:solidFill>
              <a:schemeClr val="accent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pic>
        <p:nvPicPr>
          <p:cNvPr id="1943" name="Google Shape;1943;p45" title="Cute Dog.png"/>
          <p:cNvPicPr preferRelativeResize="0"/>
          <p:nvPr/>
        </p:nvPicPr>
        <p:blipFill>
          <a:blip r:embed="rId3">
            <a:alphaModFix/>
          </a:blip>
          <a:stretch>
            <a:fillRect/>
          </a:stretch>
        </p:blipFill>
        <p:spPr>
          <a:xfrm>
            <a:off x="3989896" y="3013525"/>
            <a:ext cx="1301450" cy="120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grpSp>
        <p:nvGrpSpPr>
          <p:cNvPr id="1948" name="Google Shape;1948;p46"/>
          <p:cNvGrpSpPr/>
          <p:nvPr/>
        </p:nvGrpSpPr>
        <p:grpSpPr>
          <a:xfrm>
            <a:off x="165202" y="284425"/>
            <a:ext cx="2191552" cy="902350"/>
            <a:chOff x="1209150" y="2242475"/>
            <a:chExt cx="1258500" cy="902350"/>
          </a:xfrm>
        </p:grpSpPr>
        <p:sp>
          <p:nvSpPr>
            <p:cNvPr id="1949" name="Google Shape;1949;p46"/>
            <p:cNvSpPr/>
            <p:nvPr/>
          </p:nvSpPr>
          <p:spPr>
            <a:xfrm>
              <a:off x="1230200" y="2242475"/>
              <a:ext cx="411300" cy="81600"/>
            </a:xfrm>
            <a:prstGeom prst="round2SameRect">
              <a:avLst>
                <a:gd fmla="val 50000"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0" name="Google Shape;1950;p46"/>
            <p:cNvSpPr/>
            <p:nvPr/>
          </p:nvSpPr>
          <p:spPr>
            <a:xfrm>
              <a:off x="1209150" y="2318025"/>
              <a:ext cx="1258500" cy="826800"/>
            </a:xfrm>
            <a:prstGeom prst="roundRect">
              <a:avLst>
                <a:gd fmla="val 5261"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solidFill>
                    <a:schemeClr val="dk1"/>
                  </a:solidFill>
                  <a:latin typeface="Lexend"/>
                  <a:ea typeface="Lexend"/>
                  <a:cs typeface="Lexend"/>
                  <a:sym typeface="Lexend"/>
                </a:rPr>
                <a:t>Agenda</a:t>
              </a:r>
              <a:endParaRPr sz="3600"/>
            </a:p>
          </p:txBody>
        </p:sp>
        <p:cxnSp>
          <p:nvCxnSpPr>
            <p:cNvPr id="1951" name="Google Shape;1951;p46"/>
            <p:cNvCxnSpPr/>
            <p:nvPr/>
          </p:nvCxnSpPr>
          <p:spPr>
            <a:xfrm>
              <a:off x="1209990" y="3091250"/>
              <a:ext cx="1256700" cy="0"/>
            </a:xfrm>
            <a:prstGeom prst="straightConnector1">
              <a:avLst/>
            </a:prstGeom>
            <a:noFill/>
            <a:ln cap="flat" cmpd="sng" w="9525">
              <a:solidFill>
                <a:schemeClr val="accent5"/>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952" name="Google Shape;1952;p46"/>
          <p:cNvSpPr txBox="1"/>
          <p:nvPr/>
        </p:nvSpPr>
        <p:spPr>
          <a:xfrm>
            <a:off x="1195275" y="1577500"/>
            <a:ext cx="3875100" cy="33093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Project Overview​</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Requirement Analysis</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System Architecture​</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Frontend Design Process​</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Login System​</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Database &amp; ERD​</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Study Interfaces​</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Game Interface</a:t>
            </a:r>
            <a:endParaRPr sz="2000">
              <a:solidFill>
                <a:schemeClr val="dk1"/>
              </a:solidFill>
              <a:highlight>
                <a:srgbClr val="F5F5F5"/>
              </a:highlight>
            </a:endParaRPr>
          </a:p>
          <a:p>
            <a:pPr indent="0" lvl="0" marL="0" rtl="0" algn="l">
              <a:spcBef>
                <a:spcPts val="0"/>
              </a:spcBef>
              <a:spcAft>
                <a:spcPts val="0"/>
              </a:spcAft>
              <a:buNone/>
            </a:pPr>
            <a:r>
              <a:t/>
            </a:r>
            <a:endParaRPr sz="800">
              <a:solidFill>
                <a:schemeClr val="dk1"/>
              </a:solidFill>
              <a:latin typeface="Lexend Light"/>
              <a:ea typeface="Lexend Light"/>
              <a:cs typeface="Lexend Light"/>
              <a:sym typeface="Lexend Light"/>
            </a:endParaRPr>
          </a:p>
        </p:txBody>
      </p:sp>
      <p:sp>
        <p:nvSpPr>
          <p:cNvPr id="1953" name="Google Shape;1953;p46"/>
          <p:cNvSpPr txBox="1"/>
          <p:nvPr/>
        </p:nvSpPr>
        <p:spPr>
          <a:xfrm>
            <a:off x="4500200" y="1577500"/>
            <a:ext cx="3714600" cy="21087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Home Page &amp; Component Diagram</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rtl="0" algn="l">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Business Logic &amp; Key Algorithms</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rtl="0" algn="l">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Testing &amp; CI/CD</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rtl="0" algn="l">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Next Steps</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rtl="0" algn="l">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Demo</a:t>
            </a:r>
            <a:endParaRPr sz="13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800">
              <a:solidFill>
                <a:schemeClr val="dk1"/>
              </a:solidFill>
              <a:latin typeface="Lexend Light"/>
              <a:ea typeface="Lexend Light"/>
              <a:cs typeface="Lexend Light"/>
              <a:sym typeface="Lexend Light"/>
            </a:endParaRPr>
          </a:p>
        </p:txBody>
      </p:sp>
      <p:sp>
        <p:nvSpPr>
          <p:cNvPr id="1954" name="Google Shape;1954;p46"/>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47"/>
          <p:cNvSpPr/>
          <p:nvPr/>
        </p:nvSpPr>
        <p:spPr>
          <a:xfrm>
            <a:off x="1165350" y="491225"/>
            <a:ext cx="6813300" cy="892500"/>
          </a:xfrm>
          <a:prstGeom prst="roundRect">
            <a:avLst>
              <a:gd fmla="val 50000" name="adj"/>
            </a:avLst>
          </a:prstGeom>
          <a:solidFill>
            <a:schemeClr val="lt2"/>
          </a:solidFill>
          <a:ln>
            <a:noFill/>
          </a:ln>
          <a:effectLst>
            <a:outerShdw blurRad="57150" rotWithShape="0" algn="bl" dir="5400000"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60" name="Google Shape;1960;p47"/>
          <p:cNvGrpSpPr/>
          <p:nvPr/>
        </p:nvGrpSpPr>
        <p:grpSpPr>
          <a:xfrm>
            <a:off x="7317975" y="721788"/>
            <a:ext cx="429650" cy="431375"/>
            <a:chOff x="6684050" y="721788"/>
            <a:chExt cx="429650" cy="431375"/>
          </a:xfrm>
        </p:grpSpPr>
        <p:sp>
          <p:nvSpPr>
            <p:cNvPr id="1961" name="Google Shape;1961;p47"/>
            <p:cNvSpPr/>
            <p:nvPr/>
          </p:nvSpPr>
          <p:spPr>
            <a:xfrm>
              <a:off x="6684050" y="721788"/>
              <a:ext cx="342900" cy="342900"/>
            </a:xfrm>
            <a:prstGeom prst="ellipse">
              <a:avLst/>
            </a:prstGeom>
            <a:solidFill>
              <a:schemeClr val="accent1"/>
            </a:solid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62" name="Google Shape;1962;p47"/>
            <p:cNvCxnSpPr/>
            <p:nvPr/>
          </p:nvCxnSpPr>
          <p:spPr>
            <a:xfrm>
              <a:off x="6973000" y="1012463"/>
              <a:ext cx="140700" cy="140700"/>
            </a:xfrm>
            <a:prstGeom prst="straightConnector1">
              <a:avLst/>
            </a:prstGeom>
            <a:noFill/>
            <a:ln cap="flat" cmpd="sng" w="28575">
              <a:solidFill>
                <a:schemeClr val="lt1"/>
              </a:solidFill>
              <a:prstDash val="solid"/>
              <a:round/>
              <a:headEnd len="med" w="med" type="none"/>
              <a:tailEnd len="med" w="med" type="none"/>
            </a:ln>
          </p:spPr>
        </p:cxnSp>
      </p:grpSp>
      <p:sp>
        <p:nvSpPr>
          <p:cNvPr id="1963" name="Google Shape;1963;p47"/>
          <p:cNvSpPr/>
          <p:nvPr/>
        </p:nvSpPr>
        <p:spPr>
          <a:xfrm>
            <a:off x="1170750" y="3332875"/>
            <a:ext cx="3407400" cy="15000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4" name="Google Shape;1964;p47"/>
          <p:cNvSpPr/>
          <p:nvPr/>
        </p:nvSpPr>
        <p:spPr>
          <a:xfrm>
            <a:off x="1170750" y="1518600"/>
            <a:ext cx="1689300" cy="1679400"/>
          </a:xfrm>
          <a:prstGeom prst="roundRect">
            <a:avLst>
              <a:gd fmla="val 4803"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Cross-platform via React Native + Node.js + SQLite</a:t>
            </a:r>
            <a:endParaRPr/>
          </a:p>
        </p:txBody>
      </p:sp>
      <p:grpSp>
        <p:nvGrpSpPr>
          <p:cNvPr id="1965" name="Google Shape;1965;p47"/>
          <p:cNvGrpSpPr/>
          <p:nvPr/>
        </p:nvGrpSpPr>
        <p:grpSpPr>
          <a:xfrm>
            <a:off x="1240925" y="1619925"/>
            <a:ext cx="277873" cy="68400"/>
            <a:chOff x="1240925" y="1619925"/>
            <a:chExt cx="277873" cy="68400"/>
          </a:xfrm>
        </p:grpSpPr>
        <p:sp>
          <p:nvSpPr>
            <p:cNvPr id="1966" name="Google Shape;1966;p47"/>
            <p:cNvSpPr/>
            <p:nvPr/>
          </p:nvSpPr>
          <p:spPr>
            <a:xfrm>
              <a:off x="1240925" y="16199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7" name="Google Shape;1967;p47"/>
            <p:cNvSpPr/>
            <p:nvPr/>
          </p:nvSpPr>
          <p:spPr>
            <a:xfrm>
              <a:off x="1345661" y="16199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8" name="Google Shape;1968;p47"/>
            <p:cNvSpPr/>
            <p:nvPr/>
          </p:nvSpPr>
          <p:spPr>
            <a:xfrm>
              <a:off x="1450398" y="16199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969" name="Google Shape;1969;p47"/>
          <p:cNvGrpSpPr/>
          <p:nvPr/>
        </p:nvGrpSpPr>
        <p:grpSpPr>
          <a:xfrm>
            <a:off x="1240925" y="3434200"/>
            <a:ext cx="277873" cy="68400"/>
            <a:chOff x="1240925" y="3434200"/>
            <a:chExt cx="277873" cy="68400"/>
          </a:xfrm>
        </p:grpSpPr>
        <p:sp>
          <p:nvSpPr>
            <p:cNvPr id="1970" name="Google Shape;1970;p47"/>
            <p:cNvSpPr/>
            <p:nvPr/>
          </p:nvSpPr>
          <p:spPr>
            <a:xfrm>
              <a:off x="1240925" y="343420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1" name="Google Shape;1971;p47"/>
            <p:cNvSpPr/>
            <p:nvPr/>
          </p:nvSpPr>
          <p:spPr>
            <a:xfrm>
              <a:off x="1345661" y="343420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2" name="Google Shape;1972;p47"/>
            <p:cNvSpPr/>
            <p:nvPr/>
          </p:nvSpPr>
          <p:spPr>
            <a:xfrm>
              <a:off x="1450398" y="343420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73" name="Google Shape;1973;p47"/>
          <p:cNvSpPr/>
          <p:nvPr/>
        </p:nvSpPr>
        <p:spPr>
          <a:xfrm flipH="1">
            <a:off x="316342" y="3738950"/>
            <a:ext cx="1917565" cy="1025628"/>
          </a:xfrm>
          <a:custGeom>
            <a:rect b="b" l="l" r="r" t="t"/>
            <a:pathLst>
              <a:path extrusionOk="0" h="949656" w="1775523">
                <a:moveTo>
                  <a:pt x="1439418" y="0"/>
                </a:moveTo>
                <a:lnTo>
                  <a:pt x="336232" y="0"/>
                </a:lnTo>
                <a:cubicBezTo>
                  <a:pt x="151320" y="0"/>
                  <a:pt x="0" y="151321"/>
                  <a:pt x="0" y="336233"/>
                </a:cubicBezTo>
                <a:lnTo>
                  <a:pt x="0" y="336233"/>
                </a:lnTo>
                <a:cubicBezTo>
                  <a:pt x="0" y="521145"/>
                  <a:pt x="151320" y="672465"/>
                  <a:pt x="336232" y="672465"/>
                </a:cubicBezTo>
                <a:lnTo>
                  <a:pt x="1208913" y="672465"/>
                </a:lnTo>
                <a:cubicBezTo>
                  <a:pt x="1243330" y="724091"/>
                  <a:pt x="1406017" y="956183"/>
                  <a:pt x="1544828" y="949516"/>
                </a:cubicBezTo>
                <a:lnTo>
                  <a:pt x="1545018" y="949516"/>
                </a:lnTo>
                <a:cubicBezTo>
                  <a:pt x="1551940" y="949516"/>
                  <a:pt x="1555750" y="941515"/>
                  <a:pt x="1551305" y="936181"/>
                </a:cubicBezTo>
                <a:cubicBezTo>
                  <a:pt x="1540700" y="923481"/>
                  <a:pt x="1529143" y="904431"/>
                  <a:pt x="1523365" y="893763"/>
                </a:cubicBezTo>
                <a:cubicBezTo>
                  <a:pt x="1516825" y="881761"/>
                  <a:pt x="1463993" y="766191"/>
                  <a:pt x="1473073" y="670751"/>
                </a:cubicBezTo>
                <a:cubicBezTo>
                  <a:pt x="1642300" y="653669"/>
                  <a:pt x="1775524" y="509778"/>
                  <a:pt x="1775524" y="336233"/>
                </a:cubicBezTo>
                <a:lnTo>
                  <a:pt x="1775524" y="336233"/>
                </a:lnTo>
                <a:cubicBezTo>
                  <a:pt x="1775524" y="151321"/>
                  <a:pt x="1624203" y="0"/>
                  <a:pt x="1439291" y="0"/>
                </a:cubicBez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4" name="Google Shape;1974;p47"/>
          <p:cNvSpPr/>
          <p:nvPr/>
        </p:nvSpPr>
        <p:spPr>
          <a:xfrm>
            <a:off x="4875000" y="1575475"/>
            <a:ext cx="3103500" cy="32574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1975" name="Google Shape;1975;p47"/>
          <p:cNvSpPr txBox="1"/>
          <p:nvPr/>
        </p:nvSpPr>
        <p:spPr>
          <a:xfrm>
            <a:off x="454625" y="3770150"/>
            <a:ext cx="1839900" cy="5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Lexend"/>
                <a:ea typeface="Lexend"/>
                <a:cs typeface="Lexend"/>
                <a:sym typeface="Lexend"/>
              </a:rPr>
              <a:t>Help students stay focused using gamified study tracking.</a:t>
            </a:r>
            <a:endParaRPr sz="1100">
              <a:solidFill>
                <a:schemeClr val="dk1"/>
              </a:solidFill>
              <a:latin typeface="Lexend"/>
              <a:ea typeface="Lexend"/>
              <a:cs typeface="Lexend"/>
              <a:sym typeface="Lexend"/>
            </a:endParaRPr>
          </a:p>
        </p:txBody>
      </p:sp>
      <p:sp>
        <p:nvSpPr>
          <p:cNvPr id="1976" name="Google Shape;1976;p47"/>
          <p:cNvSpPr txBox="1"/>
          <p:nvPr/>
        </p:nvSpPr>
        <p:spPr>
          <a:xfrm>
            <a:off x="2574725" y="3502600"/>
            <a:ext cx="1917600" cy="12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p:txBody>
      </p:sp>
      <p:sp>
        <p:nvSpPr>
          <p:cNvPr id="1977" name="Google Shape;1977;p47"/>
          <p:cNvSpPr txBox="1"/>
          <p:nvPr/>
        </p:nvSpPr>
        <p:spPr>
          <a:xfrm>
            <a:off x="5012075" y="1684625"/>
            <a:ext cx="2825700" cy="234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None/>
            </a:pPr>
            <a:r>
              <a:rPr lang="en" sz="1200">
                <a:solidFill>
                  <a:schemeClr val="dk1"/>
                </a:solidFill>
                <a:latin typeface="Lexend Light"/>
                <a:ea typeface="Lexend Light"/>
                <a:cs typeface="Lexend Light"/>
                <a:sym typeface="Lexend Light"/>
              </a:rPr>
              <a:t>Features:</a:t>
            </a:r>
            <a:endParaRPr sz="1200">
              <a:solidFill>
                <a:schemeClr val="dk1"/>
              </a:solidFill>
              <a:latin typeface="Lexend Light"/>
              <a:ea typeface="Lexend Light"/>
              <a:cs typeface="Lexend Light"/>
              <a:sym typeface="Lexend Light"/>
            </a:endParaRPr>
          </a:p>
          <a:p>
            <a:pPr indent="-298450" lvl="0" marL="457200" rtl="0" algn="l">
              <a:lnSpc>
                <a:spcPct val="115000"/>
              </a:lnSpc>
              <a:spcBef>
                <a:spcPts val="1200"/>
              </a:spcBef>
              <a:spcAft>
                <a:spcPts val="0"/>
              </a:spcAft>
              <a:buClr>
                <a:schemeClr val="dk1"/>
              </a:buClr>
              <a:buSzPts val="1100"/>
              <a:buChar char="●"/>
            </a:pPr>
            <a:r>
              <a:rPr lang="en" sz="1200">
                <a:solidFill>
                  <a:schemeClr val="dk1"/>
                </a:solidFill>
                <a:latin typeface="Lexend Light"/>
                <a:ea typeface="Lexend Light"/>
                <a:cs typeface="Lexend Light"/>
                <a:sym typeface="Lexend Light"/>
              </a:rPr>
              <a:t>Study timer &amp; goal tracking</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298450" lvl="0" marL="457200" rtl="0" algn="l">
              <a:lnSpc>
                <a:spcPct val="115000"/>
              </a:lnSpc>
              <a:spcBef>
                <a:spcPts val="0"/>
              </a:spcBef>
              <a:spcAft>
                <a:spcPts val="0"/>
              </a:spcAft>
              <a:buClr>
                <a:schemeClr val="dk1"/>
              </a:buClr>
              <a:buSzPts val="1100"/>
              <a:buChar char="●"/>
            </a:pPr>
            <a:r>
              <a:rPr lang="en" sz="1200">
                <a:solidFill>
                  <a:schemeClr val="dk1"/>
                </a:solidFill>
                <a:latin typeface="Lexend Light"/>
                <a:ea typeface="Lexend Light"/>
                <a:cs typeface="Lexend Light"/>
                <a:sym typeface="Lexend Light"/>
              </a:rPr>
              <a:t>Pet growth system</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298450" lvl="0" marL="457200" rtl="0" algn="l">
              <a:lnSpc>
                <a:spcPct val="115000"/>
              </a:lnSpc>
              <a:spcBef>
                <a:spcPts val="0"/>
              </a:spcBef>
              <a:spcAft>
                <a:spcPts val="0"/>
              </a:spcAft>
              <a:buClr>
                <a:schemeClr val="dk1"/>
              </a:buClr>
              <a:buSzPts val="1100"/>
              <a:buChar char="●"/>
            </a:pPr>
            <a:r>
              <a:rPr lang="en" sz="1200">
                <a:solidFill>
                  <a:schemeClr val="dk1"/>
                </a:solidFill>
                <a:latin typeface="Lexend Light"/>
                <a:ea typeface="Lexend Light"/>
                <a:cs typeface="Lexend Light"/>
                <a:sym typeface="Lexend Light"/>
              </a:rPr>
              <a:t>Statistics &amp; achievements</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298450" lvl="0" marL="457200" rtl="0" algn="l">
              <a:lnSpc>
                <a:spcPct val="115000"/>
              </a:lnSpc>
              <a:spcBef>
                <a:spcPts val="0"/>
              </a:spcBef>
              <a:spcAft>
                <a:spcPts val="0"/>
              </a:spcAft>
              <a:buClr>
                <a:schemeClr val="dk1"/>
              </a:buClr>
              <a:buSzPts val="1100"/>
              <a:buChar char="●"/>
            </a:pPr>
            <a:r>
              <a:rPr lang="en" sz="1200">
                <a:solidFill>
                  <a:schemeClr val="dk1"/>
                </a:solidFill>
                <a:latin typeface="Lexend Light"/>
                <a:ea typeface="Lexend Light"/>
                <a:cs typeface="Lexend Light"/>
                <a:sym typeface="Lexend Light"/>
              </a:rPr>
              <a:t>Mini-games during breaks</a:t>
            </a:r>
            <a:endParaRPr sz="1200">
              <a:solidFill>
                <a:schemeClr val="dk1"/>
              </a:solidFill>
              <a:latin typeface="Lexend Light"/>
              <a:ea typeface="Lexend Light"/>
              <a:cs typeface="Lexend Light"/>
              <a:sym typeface="Lexend Light"/>
            </a:endParaRPr>
          </a:p>
          <a:p>
            <a:pPr indent="0" lvl="0" marL="0" rtl="0" algn="l">
              <a:spcBef>
                <a:spcPts val="1200"/>
              </a:spcBef>
              <a:spcAft>
                <a:spcPts val="0"/>
              </a:spcAft>
              <a:buClr>
                <a:schemeClr val="dk1"/>
              </a:buClr>
              <a:buSzPts val="1100"/>
              <a:buNone/>
            </a:pPr>
            <a:r>
              <a:t/>
            </a:r>
            <a:endParaRPr sz="1200">
              <a:solidFill>
                <a:schemeClr val="dk1"/>
              </a:solidFill>
              <a:latin typeface="Lexend Light"/>
              <a:ea typeface="Lexend Light"/>
              <a:cs typeface="Lexend Light"/>
              <a:sym typeface="Lexend Light"/>
            </a:endParaRPr>
          </a:p>
        </p:txBody>
      </p:sp>
      <p:sp>
        <p:nvSpPr>
          <p:cNvPr id="1978" name="Google Shape;1978;p47"/>
          <p:cNvSpPr txBox="1"/>
          <p:nvPr>
            <p:ph type="title"/>
          </p:nvPr>
        </p:nvSpPr>
        <p:spPr>
          <a:xfrm>
            <a:off x="2233893" y="613355"/>
            <a:ext cx="6004200" cy="6834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3600"/>
              <a:t>About Study Buddy</a:t>
            </a:r>
            <a:endParaRPr sz="3600"/>
          </a:p>
        </p:txBody>
      </p:sp>
      <p:pic>
        <p:nvPicPr>
          <p:cNvPr id="1979" name="Google Shape;1979;p47" title="Cute Dog.png"/>
          <p:cNvPicPr preferRelativeResize="0"/>
          <p:nvPr/>
        </p:nvPicPr>
        <p:blipFill>
          <a:blip r:embed="rId3">
            <a:alphaModFix/>
          </a:blip>
          <a:stretch>
            <a:fillRect/>
          </a:stretch>
        </p:blipFill>
        <p:spPr>
          <a:xfrm>
            <a:off x="2488246" y="3482563"/>
            <a:ext cx="1301450" cy="1200600"/>
          </a:xfrm>
          <a:prstGeom prst="rect">
            <a:avLst/>
          </a:prstGeom>
          <a:noFill/>
          <a:ln>
            <a:noFill/>
          </a:ln>
        </p:spPr>
      </p:pic>
      <p:pic>
        <p:nvPicPr>
          <p:cNvPr id="1980" name="Google Shape;1980;p47"/>
          <p:cNvPicPr preferRelativeResize="0"/>
          <p:nvPr/>
        </p:nvPicPr>
        <p:blipFill>
          <a:blip r:embed="rId4">
            <a:alphaModFix/>
          </a:blip>
          <a:stretch>
            <a:fillRect/>
          </a:stretch>
        </p:blipFill>
        <p:spPr>
          <a:xfrm>
            <a:off x="3127500" y="1715774"/>
            <a:ext cx="1444501" cy="1285060"/>
          </a:xfrm>
          <a:prstGeom prst="rect">
            <a:avLst/>
          </a:prstGeom>
          <a:noFill/>
          <a:ln>
            <a:noFill/>
          </a:ln>
        </p:spPr>
      </p:pic>
      <p:sp>
        <p:nvSpPr>
          <p:cNvPr id="1981" name="Google Shape;1981;p47"/>
          <p:cNvSpPr txBox="1"/>
          <p:nvPr/>
        </p:nvSpPr>
        <p:spPr>
          <a:xfrm>
            <a:off x="4929867" y="1987520"/>
            <a:ext cx="1080000" cy="1080000"/>
          </a:xfrm>
          <a:prstGeom prst="rect">
            <a:avLst/>
          </a:prstGeom>
          <a:noFill/>
          <a:ln>
            <a:noFill/>
          </a:ln>
        </p:spPr>
        <p:txBody>
          <a:bodyPr anchorCtr="0" anchor="ctr" bIns="32925" lIns="32925" spcFirstLastPara="1" rIns="32925" wrap="square" tIns="32925">
            <a:noAutofit/>
          </a:bodyPr>
          <a:lstStyle/>
          <a:p>
            <a:pPr indent="0" lvl="0" marL="0" rtl="0" algn="l">
              <a:spcBef>
                <a:spcPts val="0"/>
              </a:spcBef>
              <a:spcAft>
                <a:spcPts val="0"/>
              </a:spcAft>
              <a:buNone/>
            </a:pPr>
            <a:r>
              <a:rPr lang="en" sz="432"/>
              <a:t> </a:t>
            </a:r>
            <a:endParaRPr sz="504"/>
          </a:p>
        </p:txBody>
      </p:sp>
      <p:sp>
        <p:nvSpPr>
          <p:cNvPr id="1982" name="Google Shape;1982;p47"/>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sp>
        <p:nvSpPr>
          <p:cNvPr id="1987" name="Google Shape;1987;p48"/>
          <p:cNvSpPr txBox="1"/>
          <p:nvPr>
            <p:ph type="title"/>
          </p:nvPr>
        </p:nvSpPr>
        <p:spPr>
          <a:xfrm>
            <a:off x="209775" y="468575"/>
            <a:ext cx="73401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Requirement Analysis</a:t>
            </a:r>
            <a:endParaRPr sz="3600">
              <a:solidFill>
                <a:schemeClr val="lt1"/>
              </a:solidFill>
            </a:endParaRPr>
          </a:p>
        </p:txBody>
      </p:sp>
      <p:sp>
        <p:nvSpPr>
          <p:cNvPr id="1988" name="Google Shape;1988;p48"/>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pic>
        <p:nvPicPr>
          <p:cNvPr id="1989" name="Google Shape;1989;p48"/>
          <p:cNvPicPr preferRelativeResize="0"/>
          <p:nvPr/>
        </p:nvPicPr>
        <p:blipFill rotWithShape="1">
          <a:blip r:embed="rId3">
            <a:alphaModFix/>
          </a:blip>
          <a:srcRect b="0" l="14588" r="0" t="17715"/>
          <a:stretch/>
        </p:blipFill>
        <p:spPr>
          <a:xfrm>
            <a:off x="965100" y="1278725"/>
            <a:ext cx="7426301" cy="3685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sp>
        <p:nvSpPr>
          <p:cNvPr id="1994" name="Google Shape;1994;p49"/>
          <p:cNvSpPr/>
          <p:nvPr/>
        </p:nvSpPr>
        <p:spPr>
          <a:xfrm>
            <a:off x="341525" y="1918369"/>
            <a:ext cx="4059600" cy="19146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95" name="Google Shape;1995;p49"/>
          <p:cNvGrpSpPr/>
          <p:nvPr/>
        </p:nvGrpSpPr>
        <p:grpSpPr>
          <a:xfrm>
            <a:off x="411700" y="2019694"/>
            <a:ext cx="277873" cy="68400"/>
            <a:chOff x="411700" y="2420932"/>
            <a:chExt cx="277873" cy="68400"/>
          </a:xfrm>
        </p:grpSpPr>
        <p:sp>
          <p:nvSpPr>
            <p:cNvPr id="1996" name="Google Shape;1996;p49"/>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7" name="Google Shape;1997;p49"/>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8" name="Google Shape;1998;p49"/>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99" name="Google Shape;1999;p49"/>
          <p:cNvSpPr txBox="1"/>
          <p:nvPr>
            <p:ph idx="4" type="subTitle"/>
          </p:nvPr>
        </p:nvSpPr>
        <p:spPr>
          <a:xfrm>
            <a:off x="453072" y="2094168"/>
            <a:ext cx="3736200" cy="2543700"/>
          </a:xfrm>
          <a:prstGeom prst="rect">
            <a:avLst/>
          </a:prstGeom>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SzPts val="1100"/>
              <a:buFont typeface="Arial"/>
              <a:buChar char="●"/>
            </a:pPr>
            <a:r>
              <a:rPr lang="en"/>
              <a:t>3-Tier Architecture:</a:t>
            </a:r>
            <a:endParaRPr/>
          </a:p>
          <a:p>
            <a:pPr indent="-298450" lvl="1" marL="914400" marR="0" rtl="0" algn="l">
              <a:lnSpc>
                <a:spcPct val="115000"/>
              </a:lnSpc>
              <a:spcBef>
                <a:spcPts val="0"/>
              </a:spcBef>
              <a:spcAft>
                <a:spcPts val="0"/>
              </a:spcAft>
              <a:buClr>
                <a:schemeClr val="dk1"/>
              </a:buClr>
              <a:buSzPts val="1100"/>
              <a:buFont typeface="Arial"/>
              <a:buChar char="○"/>
            </a:pPr>
            <a:r>
              <a:rPr lang="en" sz="1200">
                <a:solidFill>
                  <a:schemeClr val="dk1"/>
                </a:solidFill>
                <a:latin typeface="Lexend Light"/>
                <a:ea typeface="Lexend Light"/>
                <a:cs typeface="Lexend Light"/>
                <a:sym typeface="Lexend Light"/>
              </a:rPr>
              <a:t>Frontend: React Native (Expo)</a:t>
            </a:r>
            <a:endParaRPr sz="1200">
              <a:solidFill>
                <a:schemeClr val="dk1"/>
              </a:solidFill>
              <a:latin typeface="Lexend Light"/>
              <a:ea typeface="Lexend Light"/>
              <a:cs typeface="Lexend Light"/>
              <a:sym typeface="Lexend Light"/>
            </a:endParaRPr>
          </a:p>
          <a:p>
            <a:pPr indent="-298450" lvl="1" marL="914400" marR="0" rtl="0" algn="l">
              <a:lnSpc>
                <a:spcPct val="115000"/>
              </a:lnSpc>
              <a:spcBef>
                <a:spcPts val="0"/>
              </a:spcBef>
              <a:spcAft>
                <a:spcPts val="0"/>
              </a:spcAft>
              <a:buClr>
                <a:schemeClr val="dk1"/>
              </a:buClr>
              <a:buSzPts val="1100"/>
              <a:buFont typeface="Arial"/>
              <a:buChar char="○"/>
            </a:pPr>
            <a:r>
              <a:rPr lang="en" sz="1200">
                <a:solidFill>
                  <a:schemeClr val="dk1"/>
                </a:solidFill>
                <a:latin typeface="Lexend Light"/>
                <a:ea typeface="Lexend Light"/>
                <a:cs typeface="Lexend Light"/>
                <a:sym typeface="Lexend Light"/>
              </a:rPr>
              <a:t>Backend: Node.js + Express.js</a:t>
            </a:r>
            <a:endParaRPr sz="1200">
              <a:solidFill>
                <a:schemeClr val="dk1"/>
              </a:solidFill>
              <a:latin typeface="Lexend Light"/>
              <a:ea typeface="Lexend Light"/>
              <a:cs typeface="Lexend Light"/>
              <a:sym typeface="Lexend Light"/>
            </a:endParaRPr>
          </a:p>
          <a:p>
            <a:pPr indent="-298450" lvl="1" marL="914400" marR="0" rtl="0" algn="l">
              <a:lnSpc>
                <a:spcPct val="115000"/>
              </a:lnSpc>
              <a:spcBef>
                <a:spcPts val="0"/>
              </a:spcBef>
              <a:spcAft>
                <a:spcPts val="0"/>
              </a:spcAft>
              <a:buClr>
                <a:schemeClr val="dk1"/>
              </a:buClr>
              <a:buSzPts val="1100"/>
              <a:buFont typeface="Arial"/>
              <a:buChar char="○"/>
            </a:pPr>
            <a:r>
              <a:rPr lang="en" sz="1200">
                <a:solidFill>
                  <a:schemeClr val="dk1"/>
                </a:solidFill>
                <a:latin typeface="Lexend Light"/>
                <a:ea typeface="Lexend Light"/>
                <a:cs typeface="Lexend Light"/>
                <a:sym typeface="Lexend Light"/>
              </a:rPr>
              <a:t>Database: SQLite</a:t>
            </a:r>
            <a:endParaRPr sz="1200">
              <a:solidFill>
                <a:schemeClr val="dk1"/>
              </a:solidFill>
              <a:latin typeface="Lexend Light"/>
              <a:ea typeface="Lexend Light"/>
              <a:cs typeface="Lexend Light"/>
              <a:sym typeface="Lexend Light"/>
            </a:endParaRPr>
          </a:p>
          <a:p>
            <a:pPr indent="-298450" lvl="0" marL="457200" marR="0" rtl="0" algn="l">
              <a:lnSpc>
                <a:spcPct val="115000"/>
              </a:lnSpc>
              <a:spcBef>
                <a:spcPts val="0"/>
              </a:spcBef>
              <a:spcAft>
                <a:spcPts val="0"/>
              </a:spcAft>
              <a:buSzPts val="1100"/>
              <a:buFont typeface="Arial"/>
              <a:buChar char="●"/>
            </a:pPr>
            <a:r>
              <a:rPr lang="en"/>
              <a:t>RESTful API links front &amp; back</a:t>
            </a:r>
            <a:endParaRPr/>
          </a:p>
          <a:p>
            <a:pPr indent="-298450" lvl="0" marL="457200" marR="0" rtl="0" algn="l">
              <a:lnSpc>
                <a:spcPct val="115000"/>
              </a:lnSpc>
              <a:spcBef>
                <a:spcPts val="0"/>
              </a:spcBef>
              <a:spcAft>
                <a:spcPts val="0"/>
              </a:spcAft>
              <a:buSzPts val="1100"/>
              <a:buFont typeface="Arial"/>
              <a:buChar char="●"/>
            </a:pPr>
            <a:r>
              <a:rPr lang="en"/>
              <a:t>CI/CD pipeline with GitHub Actions and Docker</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Clr>
                <a:schemeClr val="dk1"/>
              </a:buClr>
              <a:buSzPts val="1100"/>
              <a:buNone/>
            </a:pPr>
            <a:r>
              <a:t/>
            </a:r>
            <a:endParaRPr/>
          </a:p>
          <a:p>
            <a:pPr indent="0" lvl="0" marL="0" rtl="0" algn="l">
              <a:spcBef>
                <a:spcPts val="0"/>
              </a:spcBef>
              <a:spcAft>
                <a:spcPts val="0"/>
              </a:spcAft>
              <a:buNone/>
            </a:pPr>
            <a:r>
              <a:t/>
            </a:r>
            <a:endParaRPr>
              <a:latin typeface="Lexend SemiBold"/>
              <a:ea typeface="Lexend SemiBold"/>
              <a:cs typeface="Lexend SemiBold"/>
              <a:sym typeface="Lexend SemiBold"/>
            </a:endParaRPr>
          </a:p>
        </p:txBody>
      </p:sp>
      <p:sp>
        <p:nvSpPr>
          <p:cNvPr id="2000" name="Google Shape;2000;p49"/>
          <p:cNvSpPr txBox="1"/>
          <p:nvPr>
            <p:ph type="title"/>
          </p:nvPr>
        </p:nvSpPr>
        <p:spPr>
          <a:xfrm>
            <a:off x="209775" y="468575"/>
            <a:ext cx="73401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System Architecture</a:t>
            </a:r>
            <a:endParaRPr sz="3600">
              <a:solidFill>
                <a:schemeClr val="lt1"/>
              </a:solidFill>
            </a:endParaRPr>
          </a:p>
        </p:txBody>
      </p:sp>
      <p:sp>
        <p:nvSpPr>
          <p:cNvPr id="2001" name="Google Shape;2001;p49"/>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pic>
        <p:nvPicPr>
          <p:cNvPr id="2002" name="Google Shape;2002;p49"/>
          <p:cNvPicPr preferRelativeResize="0"/>
          <p:nvPr/>
        </p:nvPicPr>
        <p:blipFill rotWithShape="1">
          <a:blip r:embed="rId3">
            <a:alphaModFix/>
          </a:blip>
          <a:srcRect b="16303" l="0" r="32405" t="0"/>
          <a:stretch/>
        </p:blipFill>
        <p:spPr>
          <a:xfrm>
            <a:off x="4572000" y="1143001"/>
            <a:ext cx="4457698" cy="3277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50"/>
          <p:cNvSpPr/>
          <p:nvPr/>
        </p:nvSpPr>
        <p:spPr>
          <a:xfrm>
            <a:off x="440822" y="1372004"/>
            <a:ext cx="3579600" cy="3521100"/>
          </a:xfrm>
          <a:prstGeom prst="roundRect">
            <a:avLst>
              <a:gd fmla="val 1969"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08" name="Google Shape;2008;p50"/>
          <p:cNvGrpSpPr/>
          <p:nvPr/>
        </p:nvGrpSpPr>
        <p:grpSpPr>
          <a:xfrm>
            <a:off x="510971" y="1467658"/>
            <a:ext cx="277873" cy="68400"/>
            <a:chOff x="520925" y="1460325"/>
            <a:chExt cx="277873" cy="68400"/>
          </a:xfrm>
        </p:grpSpPr>
        <p:sp>
          <p:nvSpPr>
            <p:cNvPr id="2009" name="Google Shape;2009;p50"/>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0" name="Google Shape;2010;p50"/>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1" name="Google Shape;2011;p50"/>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12" name="Google Shape;2012;p50"/>
          <p:cNvSpPr/>
          <p:nvPr/>
        </p:nvSpPr>
        <p:spPr>
          <a:xfrm>
            <a:off x="5123580" y="1372004"/>
            <a:ext cx="3579600" cy="3521100"/>
          </a:xfrm>
          <a:prstGeom prst="roundRect">
            <a:avLst>
              <a:gd fmla="val 1969"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13" name="Google Shape;2013;p50"/>
          <p:cNvGrpSpPr/>
          <p:nvPr/>
        </p:nvGrpSpPr>
        <p:grpSpPr>
          <a:xfrm>
            <a:off x="5193729" y="1467658"/>
            <a:ext cx="277873" cy="68400"/>
            <a:chOff x="520925" y="1460325"/>
            <a:chExt cx="277873" cy="68400"/>
          </a:xfrm>
        </p:grpSpPr>
        <p:sp>
          <p:nvSpPr>
            <p:cNvPr id="2014" name="Google Shape;2014;p50"/>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5" name="Google Shape;2015;p50"/>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6" name="Google Shape;2016;p50"/>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17" name="Google Shape;2017;p50"/>
          <p:cNvSpPr txBox="1"/>
          <p:nvPr>
            <p:ph type="title"/>
          </p:nvPr>
        </p:nvSpPr>
        <p:spPr>
          <a:xfrm>
            <a:off x="209775" y="468575"/>
            <a:ext cx="60489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Frontend Design Process</a:t>
            </a:r>
            <a:endParaRPr sz="3600"/>
          </a:p>
        </p:txBody>
      </p:sp>
      <p:sp>
        <p:nvSpPr>
          <p:cNvPr id="2018" name="Google Shape;2018;p50"/>
          <p:cNvSpPr txBox="1"/>
          <p:nvPr/>
        </p:nvSpPr>
        <p:spPr>
          <a:xfrm>
            <a:off x="5293675" y="1851725"/>
            <a:ext cx="3239400" cy="2805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1200"/>
              </a:spcBef>
              <a:spcAft>
                <a:spcPts val="0"/>
              </a:spcAft>
              <a:buClr>
                <a:schemeClr val="dk1"/>
              </a:buClr>
              <a:buSzPts val="1400"/>
              <a:buChar char="●"/>
            </a:pPr>
            <a:r>
              <a:rPr lang="en" sz="1500">
                <a:solidFill>
                  <a:schemeClr val="dk1"/>
                </a:solidFill>
                <a:latin typeface="Lexend Light"/>
                <a:ea typeface="Lexend Light"/>
                <a:cs typeface="Lexend Light"/>
                <a:sym typeface="Lexend Light"/>
              </a:rPr>
              <a:t>Start from Figma / Flutter to explore suitable UI templates​</a:t>
            </a:r>
            <a:endParaRPr sz="1500">
              <a:solidFill>
                <a:schemeClr val="dk1"/>
              </a:solidFill>
              <a:latin typeface="Lexend Light"/>
              <a:ea typeface="Lexend Light"/>
              <a:cs typeface="Lexend Light"/>
              <a:sym typeface="Lexend Light"/>
            </a:endParaRPr>
          </a:p>
          <a:p>
            <a:pPr indent="-317500" lvl="0" marL="457200" marR="0" rtl="0" algn="l">
              <a:lnSpc>
                <a:spcPct val="115000"/>
              </a:lnSpc>
              <a:spcBef>
                <a:spcPts val="0"/>
              </a:spcBef>
              <a:spcAft>
                <a:spcPts val="0"/>
              </a:spcAft>
              <a:buClr>
                <a:schemeClr val="dk1"/>
              </a:buClr>
              <a:buSzPts val="1400"/>
              <a:buChar char="●"/>
            </a:pPr>
            <a:r>
              <a:rPr lang="en" sz="1500">
                <a:solidFill>
                  <a:schemeClr val="dk1"/>
                </a:solidFill>
                <a:latin typeface="Lexend Light"/>
                <a:ea typeface="Lexend Light"/>
                <a:cs typeface="Lexend Light"/>
                <a:sym typeface="Lexend Light"/>
              </a:rPr>
              <a:t>Build an initial demo prototype for visualization​</a:t>
            </a:r>
            <a:endParaRPr sz="1500">
              <a:solidFill>
                <a:schemeClr val="dk1"/>
              </a:solidFill>
              <a:latin typeface="Lexend Light"/>
              <a:ea typeface="Lexend Light"/>
              <a:cs typeface="Lexend Light"/>
              <a:sym typeface="Lexend Light"/>
            </a:endParaRPr>
          </a:p>
          <a:p>
            <a:pPr indent="-317500" lvl="0" marL="457200" marR="0" rtl="0" algn="l">
              <a:lnSpc>
                <a:spcPct val="115000"/>
              </a:lnSpc>
              <a:spcBef>
                <a:spcPts val="0"/>
              </a:spcBef>
              <a:spcAft>
                <a:spcPts val="0"/>
              </a:spcAft>
              <a:buClr>
                <a:schemeClr val="dk1"/>
              </a:buClr>
              <a:buSzPts val="1400"/>
              <a:buChar char="●"/>
            </a:pPr>
            <a:r>
              <a:rPr lang="en" sz="1500">
                <a:solidFill>
                  <a:schemeClr val="dk1"/>
                </a:solidFill>
                <a:latin typeface="Lexend Light"/>
                <a:ea typeface="Lexend Light"/>
                <a:cs typeface="Lexend Light"/>
                <a:sym typeface="Lexend Light"/>
              </a:rPr>
              <a:t>Test and adjust the layout and responsiveness​</a:t>
            </a:r>
            <a:endParaRPr sz="1500">
              <a:solidFill>
                <a:schemeClr val="dk1"/>
              </a:solidFill>
              <a:latin typeface="Lexend Light"/>
              <a:ea typeface="Lexend Light"/>
              <a:cs typeface="Lexend Light"/>
              <a:sym typeface="Lexend Light"/>
            </a:endParaRPr>
          </a:p>
          <a:p>
            <a:pPr indent="-317500" lvl="0" marL="457200" marR="0" rtl="0" algn="l">
              <a:lnSpc>
                <a:spcPct val="115000"/>
              </a:lnSpc>
              <a:spcBef>
                <a:spcPts val="0"/>
              </a:spcBef>
              <a:spcAft>
                <a:spcPts val="0"/>
              </a:spcAft>
              <a:buClr>
                <a:schemeClr val="dk1"/>
              </a:buClr>
              <a:buSzPts val="1400"/>
              <a:buChar char="●"/>
            </a:pPr>
            <a:r>
              <a:rPr lang="en" sz="1500">
                <a:solidFill>
                  <a:schemeClr val="dk1"/>
                </a:solidFill>
                <a:latin typeface="Lexend Light"/>
                <a:ea typeface="Lexend Light"/>
                <a:cs typeface="Lexend Light"/>
                <a:sym typeface="Lexend Light"/>
              </a:rPr>
              <a:t>Recreate the final design using React for implementation​</a:t>
            </a:r>
            <a:endParaRPr sz="1500">
              <a:solidFill>
                <a:schemeClr val="dk1"/>
              </a:solidFill>
              <a:latin typeface="Lexend Light"/>
              <a:ea typeface="Lexend Light"/>
              <a:cs typeface="Lexend Light"/>
              <a:sym typeface="Lexend Light"/>
            </a:endParaRPr>
          </a:p>
        </p:txBody>
      </p:sp>
      <p:pic>
        <p:nvPicPr>
          <p:cNvPr id="2019" name="Google Shape;2019;p50"/>
          <p:cNvPicPr preferRelativeResize="0"/>
          <p:nvPr/>
        </p:nvPicPr>
        <p:blipFill>
          <a:blip r:embed="rId3">
            <a:alphaModFix/>
          </a:blip>
          <a:stretch>
            <a:fillRect/>
          </a:stretch>
        </p:blipFill>
        <p:spPr>
          <a:xfrm>
            <a:off x="1818375" y="1609050"/>
            <a:ext cx="1339400" cy="1191551"/>
          </a:xfrm>
          <a:prstGeom prst="rect">
            <a:avLst/>
          </a:prstGeom>
          <a:noFill/>
          <a:ln>
            <a:noFill/>
          </a:ln>
        </p:spPr>
      </p:pic>
      <p:pic>
        <p:nvPicPr>
          <p:cNvPr descr="Figma Icon | Figma" id="2020" name="Google Shape;2020;p50"/>
          <p:cNvPicPr preferRelativeResize="0"/>
          <p:nvPr/>
        </p:nvPicPr>
        <p:blipFill>
          <a:blip r:embed="rId4">
            <a:alphaModFix/>
          </a:blip>
          <a:stretch>
            <a:fillRect/>
          </a:stretch>
        </p:blipFill>
        <p:spPr>
          <a:xfrm>
            <a:off x="648675" y="3191106"/>
            <a:ext cx="1169700" cy="1500320"/>
          </a:xfrm>
          <a:prstGeom prst="rect">
            <a:avLst/>
          </a:prstGeom>
          <a:noFill/>
          <a:ln>
            <a:noFill/>
          </a:ln>
        </p:spPr>
      </p:pic>
      <p:sp>
        <p:nvSpPr>
          <p:cNvPr id="2021" name="Google Shape;2021;p50"/>
          <p:cNvSpPr txBox="1"/>
          <p:nvPr/>
        </p:nvSpPr>
        <p:spPr>
          <a:xfrm>
            <a:off x="697137" y="3104311"/>
            <a:ext cx="954000" cy="954000"/>
          </a:xfrm>
          <a:prstGeom prst="rect">
            <a:avLst/>
          </a:prstGeom>
          <a:noFill/>
          <a:ln>
            <a:noFill/>
          </a:ln>
        </p:spPr>
        <p:txBody>
          <a:bodyPr anchorCtr="0" anchor="ctr" bIns="29075" lIns="29075" spcFirstLastPara="1" rIns="29075" wrap="square" tIns="29075">
            <a:noAutofit/>
          </a:bodyPr>
          <a:lstStyle/>
          <a:p>
            <a:pPr indent="0" lvl="0" marL="0" rtl="0" algn="l">
              <a:spcBef>
                <a:spcPts val="0"/>
              </a:spcBef>
              <a:spcAft>
                <a:spcPts val="0"/>
              </a:spcAft>
              <a:buNone/>
            </a:pPr>
            <a:r>
              <a:rPr lang="en" sz="381"/>
              <a:t> </a:t>
            </a:r>
            <a:endParaRPr sz="445"/>
          </a:p>
        </p:txBody>
      </p:sp>
      <p:pic>
        <p:nvPicPr>
          <p:cNvPr descr="Best Flutter Icons Collection for Stunning UI Design" id="2022" name="Google Shape;2022;p50"/>
          <p:cNvPicPr preferRelativeResize="0"/>
          <p:nvPr/>
        </p:nvPicPr>
        <p:blipFill>
          <a:blip r:embed="rId5">
            <a:alphaModFix/>
          </a:blip>
          <a:stretch>
            <a:fillRect/>
          </a:stretch>
        </p:blipFill>
        <p:spPr>
          <a:xfrm>
            <a:off x="2083475" y="3111188"/>
            <a:ext cx="1524900" cy="1524900"/>
          </a:xfrm>
          <a:prstGeom prst="rect">
            <a:avLst/>
          </a:prstGeom>
          <a:noFill/>
          <a:ln>
            <a:noFill/>
          </a:ln>
        </p:spPr>
      </p:pic>
      <p:sp>
        <p:nvSpPr>
          <p:cNvPr id="2023" name="Google Shape;2023;p50"/>
          <p:cNvSpPr txBox="1"/>
          <p:nvPr/>
        </p:nvSpPr>
        <p:spPr>
          <a:xfrm>
            <a:off x="2131128" y="3158841"/>
            <a:ext cx="938100" cy="938100"/>
          </a:xfrm>
          <a:prstGeom prst="rect">
            <a:avLst/>
          </a:prstGeom>
          <a:noFill/>
          <a:ln>
            <a:noFill/>
          </a:ln>
        </p:spPr>
        <p:txBody>
          <a:bodyPr anchorCtr="0" anchor="ctr" bIns="28575" lIns="28575" spcFirstLastPara="1" rIns="28575" wrap="square" tIns="28575">
            <a:noAutofit/>
          </a:bodyPr>
          <a:lstStyle/>
          <a:p>
            <a:pPr indent="0" lvl="0" marL="0" rtl="0" algn="l">
              <a:spcBef>
                <a:spcPts val="0"/>
              </a:spcBef>
              <a:spcAft>
                <a:spcPts val="0"/>
              </a:spcAft>
              <a:buNone/>
            </a:pPr>
            <a:r>
              <a:rPr lang="en" sz="375"/>
              <a:t> </a:t>
            </a:r>
            <a:endParaRPr sz="437"/>
          </a:p>
        </p:txBody>
      </p:sp>
      <p:sp>
        <p:nvSpPr>
          <p:cNvPr id="2024" name="Google Shape;2024;p50"/>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8" name="Shape 2028"/>
        <p:cNvGrpSpPr/>
        <p:nvPr/>
      </p:nvGrpSpPr>
      <p:grpSpPr>
        <a:xfrm>
          <a:off x="0" y="0"/>
          <a:ext cx="0" cy="0"/>
          <a:chOff x="0" y="0"/>
          <a:chExt cx="0" cy="0"/>
        </a:xfrm>
      </p:grpSpPr>
      <p:sp>
        <p:nvSpPr>
          <p:cNvPr id="2029" name="Google Shape;2029;p51"/>
          <p:cNvSpPr/>
          <p:nvPr/>
        </p:nvSpPr>
        <p:spPr>
          <a:xfrm>
            <a:off x="364825" y="2315525"/>
            <a:ext cx="30372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0" name="Google Shape;2030;p51"/>
          <p:cNvSpPr/>
          <p:nvPr/>
        </p:nvSpPr>
        <p:spPr>
          <a:xfrm>
            <a:off x="3635549" y="2315525"/>
            <a:ext cx="2983800" cy="24582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031" name="Google Shape;2031;p51"/>
          <p:cNvGrpSpPr/>
          <p:nvPr/>
        </p:nvGrpSpPr>
        <p:grpSpPr>
          <a:xfrm>
            <a:off x="3728858" y="2416840"/>
            <a:ext cx="277873" cy="68400"/>
            <a:chOff x="5024113" y="2416840"/>
            <a:chExt cx="277873" cy="68400"/>
          </a:xfrm>
        </p:grpSpPr>
        <p:sp>
          <p:nvSpPr>
            <p:cNvPr id="2032" name="Google Shape;2032;p51"/>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3" name="Google Shape;2033;p51"/>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4" name="Google Shape;2034;p51"/>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035" name="Google Shape;2035;p51"/>
          <p:cNvGrpSpPr/>
          <p:nvPr/>
        </p:nvGrpSpPr>
        <p:grpSpPr>
          <a:xfrm>
            <a:off x="422950" y="2416840"/>
            <a:ext cx="277873" cy="68400"/>
            <a:chOff x="411700" y="2416840"/>
            <a:chExt cx="277873" cy="68400"/>
          </a:xfrm>
        </p:grpSpPr>
        <p:sp>
          <p:nvSpPr>
            <p:cNvPr id="2036" name="Google Shape;2036;p51"/>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7" name="Google Shape;2037;p51"/>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8" name="Google Shape;2038;p51"/>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39" name="Google Shape;2039;p51"/>
          <p:cNvSpPr txBox="1"/>
          <p:nvPr>
            <p:ph idx="4" type="subTitle"/>
          </p:nvPr>
        </p:nvSpPr>
        <p:spPr>
          <a:xfrm>
            <a:off x="354925" y="2548200"/>
            <a:ext cx="2983800" cy="2216400"/>
          </a:xfrm>
          <a:prstGeom prst="rect">
            <a:avLst/>
          </a:prstGeom>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SzPts val="1200"/>
              <a:buFont typeface="Lexend Light"/>
              <a:buChar char="●"/>
            </a:pPr>
            <a:r>
              <a:rPr lang="en"/>
              <a:t>Clean and minimal login interface (as shown on the right)​</a:t>
            </a:r>
            <a:endParaRPr/>
          </a:p>
          <a:p>
            <a:pPr indent="-304800" lvl="0" marL="457200" marR="0" rtl="0" algn="l">
              <a:lnSpc>
                <a:spcPct val="100000"/>
              </a:lnSpc>
              <a:spcBef>
                <a:spcPts val="0"/>
              </a:spcBef>
              <a:spcAft>
                <a:spcPts val="0"/>
              </a:spcAft>
              <a:buSzPts val="1200"/>
              <a:buFont typeface="Lexend Light"/>
              <a:buChar char="●"/>
            </a:pPr>
            <a:r>
              <a:rPr lang="en"/>
              <a:t>Includes username &amp; password fields with floating labels​</a:t>
            </a:r>
            <a:endParaRPr/>
          </a:p>
          <a:p>
            <a:pPr indent="-304800" lvl="0" marL="457200" marR="0" rtl="0" algn="l">
              <a:lnSpc>
                <a:spcPct val="100000"/>
              </a:lnSpc>
              <a:spcBef>
                <a:spcPts val="0"/>
              </a:spcBef>
              <a:spcAft>
                <a:spcPts val="0"/>
              </a:spcAft>
              <a:buSzPts val="1200"/>
              <a:buFont typeface="Lexend Light"/>
              <a:buChar char="●"/>
            </a:pPr>
            <a:r>
              <a:rPr lang="en"/>
              <a:t>Password visibility toggle for better user experience​</a:t>
            </a:r>
            <a:endParaRPr/>
          </a:p>
          <a:p>
            <a:pPr indent="-304800" lvl="0" marL="457200" marR="0" rtl="0" algn="l">
              <a:lnSpc>
                <a:spcPct val="100000"/>
              </a:lnSpc>
              <a:spcBef>
                <a:spcPts val="0"/>
              </a:spcBef>
              <a:spcAft>
                <a:spcPts val="0"/>
              </a:spcAft>
              <a:buSzPts val="1200"/>
              <a:buFont typeface="Lexend Light"/>
              <a:buChar char="●"/>
            </a:pPr>
            <a:r>
              <a:rPr lang="en"/>
              <a:t>Responsive design with gradient background​</a:t>
            </a:r>
            <a:endParaRPr/>
          </a:p>
          <a:p>
            <a:pPr indent="-304800" lvl="0" marL="457200" marR="0" rtl="0" algn="l">
              <a:lnSpc>
                <a:spcPct val="100000"/>
              </a:lnSpc>
              <a:spcBef>
                <a:spcPts val="0"/>
              </a:spcBef>
              <a:spcAft>
                <a:spcPts val="0"/>
              </a:spcAft>
              <a:buSzPts val="1200"/>
              <a:buFont typeface="Lexend Light"/>
              <a:buChar char="●"/>
            </a:pPr>
            <a:r>
              <a:rPr lang="en"/>
              <a:t>“Switch to Register” for easy navigation​</a:t>
            </a:r>
            <a:endParaRPr sz="1300">
              <a:highlight>
                <a:srgbClr val="F5F5F5"/>
              </a:highlight>
              <a:latin typeface="Arial"/>
              <a:ea typeface="Arial"/>
              <a:cs typeface="Arial"/>
              <a:sym typeface="Arial"/>
            </a:endParaRPr>
          </a:p>
          <a:p>
            <a:pPr indent="0" lvl="0" marL="0" rtl="0" algn="l">
              <a:lnSpc>
                <a:spcPct val="100000"/>
              </a:lnSpc>
              <a:spcBef>
                <a:spcPts val="0"/>
              </a:spcBef>
              <a:spcAft>
                <a:spcPts val="0"/>
              </a:spcAft>
              <a:buNone/>
            </a:pPr>
            <a:r>
              <a:t/>
            </a:r>
            <a:endParaRPr/>
          </a:p>
        </p:txBody>
      </p:sp>
      <p:sp>
        <p:nvSpPr>
          <p:cNvPr id="2040" name="Google Shape;2040;p51"/>
          <p:cNvSpPr txBox="1"/>
          <p:nvPr>
            <p:ph idx="5" type="subTitle"/>
          </p:nvPr>
        </p:nvSpPr>
        <p:spPr>
          <a:xfrm>
            <a:off x="3621250" y="2548200"/>
            <a:ext cx="2924400" cy="2031900"/>
          </a:xfrm>
          <a:prstGeom prst="rect">
            <a:avLst/>
          </a:prstGeom>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SzPts val="1200"/>
              <a:buFont typeface="Lexend Light"/>
              <a:buChar char="●"/>
            </a:pPr>
            <a:r>
              <a:rPr lang="en"/>
              <a:t>Connected to SQLite database​</a:t>
            </a:r>
            <a:endParaRPr/>
          </a:p>
          <a:p>
            <a:pPr indent="-304800" lvl="0" marL="457200" marR="0" rtl="0" algn="l">
              <a:lnSpc>
                <a:spcPct val="100000"/>
              </a:lnSpc>
              <a:spcBef>
                <a:spcPts val="0"/>
              </a:spcBef>
              <a:spcAft>
                <a:spcPts val="0"/>
              </a:spcAft>
              <a:buSzPts val="1200"/>
              <a:buFont typeface="Lexend Light"/>
              <a:buChar char="●"/>
            </a:pPr>
            <a:r>
              <a:rPr lang="en"/>
              <a:t>Stores user data in users table (username, password, created_at)​</a:t>
            </a:r>
            <a:endParaRPr/>
          </a:p>
          <a:p>
            <a:pPr indent="-304800" lvl="0" marL="457200" marR="0" rtl="0" algn="l">
              <a:lnSpc>
                <a:spcPct val="100000"/>
              </a:lnSpc>
              <a:spcBef>
                <a:spcPts val="0"/>
              </a:spcBef>
              <a:spcAft>
                <a:spcPts val="0"/>
              </a:spcAft>
              <a:buSzPts val="1200"/>
              <a:buFont typeface="Lexend Light"/>
              <a:buChar char="●"/>
            </a:pPr>
            <a:r>
              <a:rPr lang="en"/>
              <a:t>Enforces unique usernames and secure password storage​</a:t>
            </a:r>
            <a:endParaRPr/>
          </a:p>
          <a:p>
            <a:pPr indent="-304800" lvl="0" marL="457200" marR="0" rtl="0" algn="l">
              <a:lnSpc>
                <a:spcPct val="100000"/>
              </a:lnSpc>
              <a:spcBef>
                <a:spcPts val="0"/>
              </a:spcBef>
              <a:spcAft>
                <a:spcPts val="0"/>
              </a:spcAft>
              <a:buSzPts val="1200"/>
              <a:buFont typeface="Lexend Light"/>
              <a:buChar char="●"/>
            </a:pPr>
            <a:r>
              <a:rPr lang="en"/>
              <a:t>Supports session persistence (localStorage / sessionStorage)​</a:t>
            </a:r>
            <a:endParaRPr/>
          </a:p>
          <a:p>
            <a:pPr indent="-304800" lvl="0" marL="457200" marR="0" rtl="0" algn="l">
              <a:lnSpc>
                <a:spcPct val="100000"/>
              </a:lnSpc>
              <a:spcBef>
                <a:spcPts val="0"/>
              </a:spcBef>
              <a:spcAft>
                <a:spcPts val="0"/>
              </a:spcAft>
              <a:buSzPts val="1200"/>
              <a:buFont typeface="Lexend Light"/>
              <a:buChar char="●"/>
            </a:pPr>
            <a:r>
              <a:rPr lang="en"/>
              <a:t>Easily extendable for authentication middleware​</a:t>
            </a:r>
            <a:endParaRPr/>
          </a:p>
        </p:txBody>
      </p:sp>
      <p:sp>
        <p:nvSpPr>
          <p:cNvPr id="2041" name="Google Shape;2041;p51"/>
          <p:cNvSpPr txBox="1"/>
          <p:nvPr>
            <p:ph type="title"/>
          </p:nvPr>
        </p:nvSpPr>
        <p:spPr>
          <a:xfrm>
            <a:off x="209775" y="468575"/>
            <a:ext cx="7556400" cy="6834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3600"/>
              <a:t>Login System</a:t>
            </a:r>
            <a:endParaRPr sz="3600"/>
          </a:p>
        </p:txBody>
      </p:sp>
      <p:sp>
        <p:nvSpPr>
          <p:cNvPr id="2042" name="Google Shape;2042;p51"/>
          <p:cNvSpPr/>
          <p:nvPr/>
        </p:nvSpPr>
        <p:spPr>
          <a:xfrm>
            <a:off x="364825" y="1543900"/>
            <a:ext cx="2237400" cy="6303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Frontend</a:t>
            </a:r>
            <a:endParaRPr sz="2400">
              <a:solidFill>
                <a:schemeClr val="dk1"/>
              </a:solidFill>
              <a:latin typeface="Lexend"/>
              <a:ea typeface="Lexend"/>
              <a:cs typeface="Lexend"/>
              <a:sym typeface="Lexend"/>
            </a:endParaRPr>
          </a:p>
          <a:p>
            <a:pPr indent="0" lvl="0" marL="0" rtl="0" algn="ctr">
              <a:spcBef>
                <a:spcPts val="0"/>
              </a:spcBef>
              <a:spcAft>
                <a:spcPts val="0"/>
              </a:spcAft>
              <a:buNone/>
            </a:pPr>
            <a:r>
              <a:rPr b="1" lang="en" sz="1300">
                <a:solidFill>
                  <a:schemeClr val="dk1"/>
                </a:solidFill>
              </a:rPr>
              <a:t>(UI &amp; Logic)</a:t>
            </a:r>
            <a:endParaRPr sz="2400">
              <a:solidFill>
                <a:schemeClr val="dk1"/>
              </a:solidFill>
              <a:latin typeface="Lexend"/>
              <a:ea typeface="Lexend"/>
              <a:cs typeface="Lexend"/>
              <a:sym typeface="Lexend"/>
            </a:endParaRPr>
          </a:p>
        </p:txBody>
      </p:sp>
      <p:sp>
        <p:nvSpPr>
          <p:cNvPr id="2043" name="Google Shape;2043;p51"/>
          <p:cNvSpPr/>
          <p:nvPr/>
        </p:nvSpPr>
        <p:spPr>
          <a:xfrm>
            <a:off x="3635545" y="1541150"/>
            <a:ext cx="2237400" cy="6303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Backend</a:t>
            </a:r>
            <a:endParaRPr sz="2400">
              <a:solidFill>
                <a:schemeClr val="dk1"/>
              </a:solidFill>
              <a:latin typeface="Lexend"/>
              <a:ea typeface="Lexend"/>
              <a:cs typeface="Lexend"/>
              <a:sym typeface="Lexend"/>
            </a:endParaRPr>
          </a:p>
          <a:p>
            <a:pPr indent="0" lvl="0" marL="0" rtl="0" algn="ctr">
              <a:spcBef>
                <a:spcPts val="0"/>
              </a:spcBef>
              <a:spcAft>
                <a:spcPts val="0"/>
              </a:spcAft>
              <a:buNone/>
            </a:pPr>
            <a:r>
              <a:rPr b="1" lang="en" sz="1300">
                <a:solidFill>
                  <a:schemeClr val="dk1"/>
                </a:solidFill>
              </a:rPr>
              <a:t>(Database &amp; Validation)</a:t>
            </a:r>
            <a:endParaRPr sz="2400">
              <a:solidFill>
                <a:schemeClr val="dk1"/>
              </a:solidFill>
              <a:latin typeface="Lexend"/>
              <a:ea typeface="Lexend"/>
              <a:cs typeface="Lexend"/>
              <a:sym typeface="Lexend"/>
            </a:endParaRPr>
          </a:p>
        </p:txBody>
      </p:sp>
      <p:pic>
        <p:nvPicPr>
          <p:cNvPr id="2044" name="Google Shape;2044;p51"/>
          <p:cNvPicPr preferRelativeResize="0"/>
          <p:nvPr/>
        </p:nvPicPr>
        <p:blipFill>
          <a:blip r:embed="rId3">
            <a:alphaModFix/>
          </a:blip>
          <a:stretch>
            <a:fillRect/>
          </a:stretch>
        </p:blipFill>
        <p:spPr>
          <a:xfrm>
            <a:off x="6772275" y="0"/>
            <a:ext cx="2371725" cy="5143500"/>
          </a:xfrm>
          <a:prstGeom prst="rect">
            <a:avLst/>
          </a:prstGeom>
          <a:noFill/>
          <a:ln>
            <a:noFill/>
          </a:ln>
        </p:spPr>
      </p:pic>
      <p:sp>
        <p:nvSpPr>
          <p:cNvPr id="2045" name="Google Shape;2045;p51"/>
          <p:cNvSpPr txBox="1"/>
          <p:nvPr/>
        </p:nvSpPr>
        <p:spPr>
          <a:xfrm>
            <a:off x="144494"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9" name="Shape 2049"/>
        <p:cNvGrpSpPr/>
        <p:nvPr/>
      </p:nvGrpSpPr>
      <p:grpSpPr>
        <a:xfrm>
          <a:off x="0" y="0"/>
          <a:ext cx="0" cy="0"/>
          <a:chOff x="0" y="0"/>
          <a:chExt cx="0" cy="0"/>
        </a:xfrm>
      </p:grpSpPr>
      <p:sp>
        <p:nvSpPr>
          <p:cNvPr id="2050" name="Google Shape;2050;p52"/>
          <p:cNvSpPr txBox="1"/>
          <p:nvPr>
            <p:ph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t>Database &amp; </a:t>
            </a:r>
            <a:r>
              <a:rPr lang="en" sz="3600"/>
              <a:t>ERD</a:t>
            </a:r>
            <a:endParaRPr sz="3600"/>
          </a:p>
        </p:txBody>
      </p:sp>
      <p:sp>
        <p:nvSpPr>
          <p:cNvPr id="2051" name="Google Shape;2051;p52"/>
          <p:cNvSpPr/>
          <p:nvPr/>
        </p:nvSpPr>
        <p:spPr>
          <a:xfrm>
            <a:off x="355400" y="1830550"/>
            <a:ext cx="3422400" cy="31986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052" name="Google Shape;2052;p52"/>
          <p:cNvSpPr/>
          <p:nvPr/>
        </p:nvSpPr>
        <p:spPr>
          <a:xfrm>
            <a:off x="392699" y="1371600"/>
            <a:ext cx="1439400" cy="200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Main Tables</a:t>
            </a:r>
            <a:endParaRPr sz="1200">
              <a:solidFill>
                <a:schemeClr val="dk1"/>
              </a:solidFill>
              <a:latin typeface="Lexend Light"/>
              <a:ea typeface="Lexend Light"/>
              <a:cs typeface="Lexend Light"/>
              <a:sym typeface="Lexend Light"/>
            </a:endParaRPr>
          </a:p>
        </p:txBody>
      </p:sp>
      <p:sp>
        <p:nvSpPr>
          <p:cNvPr id="2053" name="Google Shape;2053;p52"/>
          <p:cNvSpPr txBox="1"/>
          <p:nvPr/>
        </p:nvSpPr>
        <p:spPr>
          <a:xfrm>
            <a:off x="311698" y="1830550"/>
            <a:ext cx="3201900" cy="3324600"/>
          </a:xfrm>
          <a:prstGeom prst="rect">
            <a:avLst/>
          </a:prstGeom>
          <a:noFill/>
          <a:ln>
            <a:noFill/>
          </a:ln>
        </p:spPr>
        <p:txBody>
          <a:bodyPr anchorCtr="0" anchor="ctr" bIns="91425" lIns="91425" spcFirstLastPara="1" rIns="91425" wrap="square" tIns="91425">
            <a:spAutoFit/>
          </a:bodyPr>
          <a:lstStyle/>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userModel.js: manages login credentials</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profileModel.js: stores name/avatar</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settingsModel.js: preferences (theme, daily goal)</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studyModel.js: study session records</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buddyModel.js: virtual pet attributes</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statsModel.js: aggregate data for analytics</a:t>
            </a:r>
            <a:endParaRPr sz="1200">
              <a:solidFill>
                <a:schemeClr val="dk1"/>
              </a:solidFill>
              <a:latin typeface="Lexend Light"/>
              <a:ea typeface="Lexend Light"/>
              <a:cs typeface="Lexend Light"/>
              <a:sym typeface="Lexend Light"/>
            </a:endParaRPr>
          </a:p>
          <a:p>
            <a:pPr indent="0" lvl="0" marL="0" marR="0" rtl="0" algn="l">
              <a:lnSpc>
                <a:spcPct val="100000"/>
              </a:lnSpc>
              <a:spcBef>
                <a:spcPts val="0"/>
              </a:spcBef>
              <a:spcAft>
                <a:spcPts val="0"/>
              </a:spcAft>
              <a:buNone/>
            </a:pPr>
            <a:r>
              <a:t/>
            </a:r>
            <a:endParaRPr sz="1200">
              <a:solidFill>
                <a:schemeClr val="dk1"/>
              </a:solidFill>
              <a:latin typeface="Lexend Light"/>
              <a:ea typeface="Lexend Light"/>
              <a:cs typeface="Lexend Light"/>
              <a:sym typeface="Lexend Light"/>
            </a:endParaRPr>
          </a:p>
        </p:txBody>
      </p:sp>
      <p:pic>
        <p:nvPicPr>
          <p:cNvPr id="2054" name="Google Shape;2054;p52"/>
          <p:cNvPicPr preferRelativeResize="0"/>
          <p:nvPr/>
        </p:nvPicPr>
        <p:blipFill>
          <a:blip r:embed="rId3">
            <a:alphaModFix/>
          </a:blip>
          <a:stretch>
            <a:fillRect/>
          </a:stretch>
        </p:blipFill>
        <p:spPr>
          <a:xfrm>
            <a:off x="3966200" y="1151975"/>
            <a:ext cx="4828751" cy="3810650"/>
          </a:xfrm>
          <a:prstGeom prst="rect">
            <a:avLst/>
          </a:prstGeom>
          <a:noFill/>
          <a:ln>
            <a:noFill/>
          </a:ln>
        </p:spPr>
      </p:pic>
      <p:sp>
        <p:nvSpPr>
          <p:cNvPr id="2055" name="Google Shape;2055;p52"/>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9" name="Shape 2059"/>
        <p:cNvGrpSpPr/>
        <p:nvPr/>
      </p:nvGrpSpPr>
      <p:grpSpPr>
        <a:xfrm>
          <a:off x="0" y="0"/>
          <a:ext cx="0" cy="0"/>
          <a:chOff x="0" y="0"/>
          <a:chExt cx="0" cy="0"/>
        </a:xfrm>
      </p:grpSpPr>
      <p:sp>
        <p:nvSpPr>
          <p:cNvPr id="2060" name="Google Shape;2060;p53"/>
          <p:cNvSpPr/>
          <p:nvPr/>
        </p:nvSpPr>
        <p:spPr>
          <a:xfrm>
            <a:off x="3854724" y="2279300"/>
            <a:ext cx="5128500" cy="2433000"/>
          </a:xfrm>
          <a:prstGeom prst="roundRect">
            <a:avLst>
              <a:gd fmla="val 4803"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1" name="Google Shape;2061;p53"/>
          <p:cNvSpPr txBox="1"/>
          <p:nvPr>
            <p:ph idx="4" type="subTitle"/>
          </p:nvPr>
        </p:nvSpPr>
        <p:spPr>
          <a:xfrm>
            <a:off x="4076275" y="2509675"/>
            <a:ext cx="4907100" cy="2339700"/>
          </a:xfrm>
          <a:prstGeom prst="rect">
            <a:avLst/>
          </a:prstGeom>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SzPts val="1400"/>
              <a:buFont typeface="Lexend Light"/>
              <a:buChar char="●"/>
            </a:pPr>
            <a:r>
              <a:rPr lang="en" sz="1400"/>
              <a:t>Users can set their weekly study goals​</a:t>
            </a:r>
            <a:endParaRPr sz="1400"/>
          </a:p>
          <a:p>
            <a:pPr indent="0" lvl="0" marL="457200" marR="0" rtl="0" algn="l">
              <a:lnSpc>
                <a:spcPct val="100000"/>
              </a:lnSpc>
              <a:spcBef>
                <a:spcPts val="0"/>
              </a:spcBef>
              <a:spcAft>
                <a:spcPts val="0"/>
              </a:spcAft>
              <a:buNone/>
            </a:pPr>
            <a:r>
              <a:t/>
            </a:r>
            <a:endParaRPr sz="1400"/>
          </a:p>
          <a:p>
            <a:pPr indent="-317500" lvl="0" marL="457200" marR="0" rtl="0" algn="l">
              <a:lnSpc>
                <a:spcPct val="100000"/>
              </a:lnSpc>
              <a:spcBef>
                <a:spcPts val="0"/>
              </a:spcBef>
              <a:spcAft>
                <a:spcPts val="0"/>
              </a:spcAft>
              <a:buSzPts val="1400"/>
              <a:buFont typeface="Lexend Light"/>
              <a:buChar char="●"/>
            </a:pPr>
            <a:r>
              <a:rPr lang="en" sz="1400"/>
              <a:t>Study time is recorded in the database (study_sessions table)​</a:t>
            </a:r>
            <a:endParaRPr sz="1400"/>
          </a:p>
          <a:p>
            <a:pPr indent="0" lvl="0" marL="457200" marR="0" rtl="0" algn="l">
              <a:lnSpc>
                <a:spcPct val="100000"/>
              </a:lnSpc>
              <a:spcBef>
                <a:spcPts val="0"/>
              </a:spcBef>
              <a:spcAft>
                <a:spcPts val="0"/>
              </a:spcAft>
              <a:buNone/>
            </a:pPr>
            <a:r>
              <a:t/>
            </a:r>
            <a:endParaRPr sz="1400"/>
          </a:p>
          <a:p>
            <a:pPr indent="-317500" lvl="0" marL="457200" marR="0" rtl="0" algn="l">
              <a:lnSpc>
                <a:spcPct val="100000"/>
              </a:lnSpc>
              <a:spcBef>
                <a:spcPts val="0"/>
              </a:spcBef>
              <a:spcAft>
                <a:spcPts val="0"/>
              </a:spcAft>
              <a:buSzPts val="1400"/>
              <a:buFont typeface="Lexend Light"/>
              <a:buChar char="●"/>
            </a:pPr>
            <a:r>
              <a:rPr lang="en" sz="1400"/>
              <a:t>Progress is persistent — not reset when app closes​</a:t>
            </a:r>
            <a:endParaRPr sz="1400"/>
          </a:p>
          <a:p>
            <a:pPr indent="0" lvl="0" marL="457200" marR="0" rtl="0" algn="l">
              <a:lnSpc>
                <a:spcPct val="100000"/>
              </a:lnSpc>
              <a:spcBef>
                <a:spcPts val="0"/>
              </a:spcBef>
              <a:spcAft>
                <a:spcPts val="0"/>
              </a:spcAft>
              <a:buNone/>
            </a:pPr>
            <a:r>
              <a:t/>
            </a:r>
            <a:endParaRPr sz="1400"/>
          </a:p>
          <a:p>
            <a:pPr indent="-317500" lvl="0" marL="457200" marR="0" rtl="0" algn="l">
              <a:lnSpc>
                <a:spcPct val="100000"/>
              </a:lnSpc>
              <a:spcBef>
                <a:spcPts val="0"/>
              </a:spcBef>
              <a:spcAft>
                <a:spcPts val="0"/>
              </a:spcAft>
              <a:buSzPts val="1400"/>
              <a:buFont typeface="Lexend Light"/>
              <a:buChar char="●"/>
            </a:pPr>
            <a:r>
              <a:rPr lang="en" sz="1400"/>
              <a:t>Data syncs with study_progress to resume sessions</a:t>
            </a:r>
            <a:endParaRPr sz="1400"/>
          </a:p>
          <a:p>
            <a:pPr indent="0" lvl="0" marL="457200" marR="0" rtl="0" algn="l">
              <a:lnSpc>
                <a:spcPct val="100000"/>
              </a:lnSpc>
              <a:spcBef>
                <a:spcPts val="0"/>
              </a:spcBef>
              <a:spcAft>
                <a:spcPts val="0"/>
              </a:spcAft>
              <a:buNone/>
            </a:pPr>
            <a:r>
              <a:t/>
            </a:r>
            <a:endParaRPr sz="1400"/>
          </a:p>
        </p:txBody>
      </p:sp>
      <p:grpSp>
        <p:nvGrpSpPr>
          <p:cNvPr id="2062" name="Google Shape;2062;p53"/>
          <p:cNvGrpSpPr/>
          <p:nvPr/>
        </p:nvGrpSpPr>
        <p:grpSpPr>
          <a:xfrm>
            <a:off x="3957330" y="2351735"/>
            <a:ext cx="277873" cy="68400"/>
            <a:chOff x="412745" y="2419159"/>
            <a:chExt cx="277873" cy="68400"/>
          </a:xfrm>
        </p:grpSpPr>
        <p:sp>
          <p:nvSpPr>
            <p:cNvPr id="2063" name="Google Shape;2063;p53"/>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4" name="Google Shape;2064;p53"/>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5" name="Google Shape;2065;p53"/>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66" name="Google Shape;2066;p53"/>
          <p:cNvSpPr txBox="1"/>
          <p:nvPr>
            <p:ph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Study Interfaces</a:t>
            </a:r>
            <a:endParaRPr sz="3600"/>
          </a:p>
        </p:txBody>
      </p:sp>
      <p:grpSp>
        <p:nvGrpSpPr>
          <p:cNvPr id="2067" name="Google Shape;2067;p53"/>
          <p:cNvGrpSpPr/>
          <p:nvPr/>
        </p:nvGrpSpPr>
        <p:grpSpPr>
          <a:xfrm>
            <a:off x="5085915" y="567344"/>
            <a:ext cx="3517511" cy="1019994"/>
            <a:chOff x="5351018" y="4955476"/>
            <a:chExt cx="4003085" cy="1380236"/>
          </a:xfrm>
        </p:grpSpPr>
        <p:sp>
          <p:nvSpPr>
            <p:cNvPr id="2068" name="Google Shape;2068;p53"/>
            <p:cNvSpPr/>
            <p:nvPr/>
          </p:nvSpPr>
          <p:spPr>
            <a:xfrm>
              <a:off x="5411982" y="5018982"/>
              <a:ext cx="3885217" cy="1253236"/>
            </a:xfrm>
            <a:custGeom>
              <a:rect b="b" l="l" r="r" t="t"/>
              <a:pathLst>
                <a:path extrusionOk="0" h="1253236" w="2932239">
                  <a:moveTo>
                    <a:pt x="0" y="0"/>
                  </a:moveTo>
                  <a:lnTo>
                    <a:pt x="2932240" y="0"/>
                  </a:lnTo>
                  <a:lnTo>
                    <a:pt x="2932240" y="1253236"/>
                  </a:lnTo>
                  <a:lnTo>
                    <a:pt x="0" y="1253236"/>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069" name="Google Shape;2069;p53"/>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070" name="Google Shape;2070;p53"/>
            <p:cNvSpPr/>
            <p:nvPr/>
          </p:nvSpPr>
          <p:spPr>
            <a:xfrm>
              <a:off x="5351018" y="6208712"/>
              <a:ext cx="121920" cy="127000"/>
            </a:xfrm>
            <a:custGeom>
              <a:rect b="b" l="l" r="r" t="t"/>
              <a:pathLst>
                <a:path extrusionOk="0" h="127000" w="121920">
                  <a:moveTo>
                    <a:pt x="0" y="0"/>
                  </a:moveTo>
                  <a:lnTo>
                    <a:pt x="121920" y="0"/>
                  </a:lnTo>
                  <a:lnTo>
                    <a:pt x="121920"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071" name="Google Shape;2071;p53"/>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sp>
          <p:nvSpPr>
            <p:cNvPr id="2072" name="Google Shape;2072;p53"/>
            <p:cNvSpPr/>
            <p:nvPr/>
          </p:nvSpPr>
          <p:spPr>
            <a:xfrm>
              <a:off x="9232183" y="6208712"/>
              <a:ext cx="121920" cy="127000"/>
            </a:xfrm>
            <a:custGeom>
              <a:rect b="b" l="l" r="r" t="t"/>
              <a:pathLst>
                <a:path extrusionOk="0" h="127000" w="121920">
                  <a:moveTo>
                    <a:pt x="0" y="0"/>
                  </a:moveTo>
                  <a:lnTo>
                    <a:pt x="121919" y="0"/>
                  </a:lnTo>
                  <a:lnTo>
                    <a:pt x="121919" y="127000"/>
                  </a:lnTo>
                  <a:lnTo>
                    <a:pt x="0" y="127000"/>
                  </a:lnTo>
                  <a:close/>
                </a:path>
              </a:pathLst>
            </a:custGeom>
            <a:solidFill>
              <a:schemeClr val="lt2"/>
            </a:solidFill>
            <a:ln cap="flat" cmpd="sng" w="9525">
              <a:solidFill>
                <a:schemeClr val="accent4"/>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chemeClr val="dk1"/>
                </a:solidFill>
              </a:endParaRPr>
            </a:p>
          </p:txBody>
        </p:sp>
      </p:grpSp>
      <p:sp>
        <p:nvSpPr>
          <p:cNvPr id="2073" name="Google Shape;2073;p53"/>
          <p:cNvSpPr txBox="1"/>
          <p:nvPr/>
        </p:nvSpPr>
        <p:spPr>
          <a:xfrm>
            <a:off x="5032525" y="618475"/>
            <a:ext cx="3517500" cy="1108200"/>
          </a:xfrm>
          <a:prstGeom prst="rect">
            <a:avLst/>
          </a:prstGeom>
          <a:noFill/>
          <a:ln>
            <a:noFill/>
          </a:ln>
        </p:spPr>
        <p:txBody>
          <a:bodyPr anchorCtr="0" anchor="ctr" bIns="91425" lIns="91425" spcFirstLastPara="1" rIns="91425" wrap="square" tIns="91425">
            <a:spAutoFit/>
          </a:bodyPr>
          <a:lstStyle/>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Start/pause timer (countdown)</a:t>
            </a: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Logs start &amp; end times</a:t>
            </a: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Auto-syncs to backend /api/study/me</a:t>
            </a: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Displays goal progress in stats screen</a:t>
            </a:r>
            <a:endParaRPr sz="1100">
              <a:solidFill>
                <a:schemeClr val="dk1"/>
              </a:solidFill>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p:txBody>
      </p:sp>
      <p:sp>
        <p:nvSpPr>
          <p:cNvPr id="2074" name="Google Shape;2074;p53"/>
          <p:cNvSpPr/>
          <p:nvPr/>
        </p:nvSpPr>
        <p:spPr>
          <a:xfrm>
            <a:off x="7829516" y="1485911"/>
            <a:ext cx="263412" cy="324213"/>
          </a:xfrm>
          <a:custGeom>
            <a:rect b="b" l="l" r="r" t="t"/>
            <a:pathLst>
              <a:path extrusionOk="0" h="19170" w="15575">
                <a:moveTo>
                  <a:pt x="0" y="0"/>
                </a:moveTo>
                <a:lnTo>
                  <a:pt x="3354" y="19170"/>
                </a:lnTo>
                <a:lnTo>
                  <a:pt x="7668" y="11502"/>
                </a:lnTo>
                <a:lnTo>
                  <a:pt x="15575" y="8866"/>
                </a:lnTo>
                <a:close/>
              </a:path>
            </a:pathLst>
          </a:custGeom>
          <a:solidFill>
            <a:schemeClr val="accent1"/>
          </a:solidFill>
          <a:ln cap="flat" cmpd="sng" w="9525">
            <a:solidFill>
              <a:schemeClr val="accent4"/>
            </a:solidFill>
            <a:prstDash val="solid"/>
            <a:round/>
            <a:headEnd len="med" w="med" type="none"/>
            <a:tailEnd len="med" w="med" type="none"/>
          </a:ln>
        </p:spPr>
      </p:sp>
      <p:pic>
        <p:nvPicPr>
          <p:cNvPr descr="A screenshot of a phone&#10;&#10;AI-generated content may be incorrect." id="2075" name="Google Shape;2075;p53"/>
          <p:cNvPicPr preferRelativeResize="0"/>
          <p:nvPr/>
        </p:nvPicPr>
        <p:blipFill>
          <a:blip r:embed="rId3">
            <a:alphaModFix/>
          </a:blip>
          <a:stretch>
            <a:fillRect/>
          </a:stretch>
        </p:blipFill>
        <p:spPr>
          <a:xfrm>
            <a:off x="69850" y="1224100"/>
            <a:ext cx="1758088" cy="3812700"/>
          </a:xfrm>
          <a:prstGeom prst="rect">
            <a:avLst/>
          </a:prstGeom>
          <a:noFill/>
          <a:ln>
            <a:noFill/>
          </a:ln>
        </p:spPr>
      </p:pic>
      <p:pic>
        <p:nvPicPr>
          <p:cNvPr descr="A screenshot of a cell phone&#10;&#10;AI-generated content may be incorrect." id="2076" name="Google Shape;2076;p53"/>
          <p:cNvPicPr preferRelativeResize="0"/>
          <p:nvPr/>
        </p:nvPicPr>
        <p:blipFill>
          <a:blip r:embed="rId4">
            <a:alphaModFix/>
          </a:blip>
          <a:stretch>
            <a:fillRect/>
          </a:stretch>
        </p:blipFill>
        <p:spPr>
          <a:xfrm>
            <a:off x="1886875" y="1224112"/>
            <a:ext cx="1758100" cy="3797488"/>
          </a:xfrm>
          <a:prstGeom prst="rect">
            <a:avLst/>
          </a:prstGeom>
          <a:noFill/>
          <a:ln>
            <a:noFill/>
          </a:ln>
        </p:spPr>
      </p:pic>
      <p:sp>
        <p:nvSpPr>
          <p:cNvPr id="2077" name="Google Shape;2077;p53"/>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1" name="Shape 2081"/>
        <p:cNvGrpSpPr/>
        <p:nvPr/>
      </p:nvGrpSpPr>
      <p:grpSpPr>
        <a:xfrm>
          <a:off x="0" y="0"/>
          <a:ext cx="0" cy="0"/>
          <a:chOff x="0" y="0"/>
          <a:chExt cx="0" cy="0"/>
        </a:xfrm>
      </p:grpSpPr>
      <p:sp>
        <p:nvSpPr>
          <p:cNvPr id="2082" name="Google Shape;2082;p54"/>
          <p:cNvSpPr/>
          <p:nvPr/>
        </p:nvSpPr>
        <p:spPr>
          <a:xfrm>
            <a:off x="209775" y="1103824"/>
            <a:ext cx="7024800" cy="2797200"/>
          </a:xfrm>
          <a:prstGeom prst="roundRect">
            <a:avLst>
              <a:gd fmla="val 1969" name="adj"/>
            </a:avLst>
          </a:prstGeom>
          <a:solidFill>
            <a:schemeClr val="lt2"/>
          </a:solidFill>
          <a:ln>
            <a:noFill/>
          </a:ln>
          <a:effectLst>
            <a:outerShdw blurRad="47582" rotWithShape="0" algn="bl" dist="15861">
              <a:srgbClr val="000000">
                <a:alpha val="11000"/>
              </a:srgbClr>
            </a:outerShdw>
          </a:effectLst>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sp>
        <p:nvSpPr>
          <p:cNvPr id="2083" name="Google Shape;2083;p54"/>
          <p:cNvSpPr/>
          <p:nvPr/>
        </p:nvSpPr>
        <p:spPr>
          <a:xfrm>
            <a:off x="2864100" y="1489225"/>
            <a:ext cx="1872300" cy="2155500"/>
          </a:xfrm>
          <a:prstGeom prst="roundRect">
            <a:avLst>
              <a:gd fmla="val 4721" name="adj"/>
            </a:avLst>
          </a:prstGeom>
          <a:solidFill>
            <a:schemeClr val="accent5"/>
          </a:solidFill>
          <a:ln>
            <a:noFill/>
          </a:ln>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sp>
        <p:nvSpPr>
          <p:cNvPr id="2084" name="Google Shape;2084;p54"/>
          <p:cNvSpPr/>
          <p:nvPr/>
        </p:nvSpPr>
        <p:spPr>
          <a:xfrm>
            <a:off x="5016200" y="1489225"/>
            <a:ext cx="1872300" cy="2155500"/>
          </a:xfrm>
          <a:prstGeom prst="roundRect">
            <a:avLst>
              <a:gd fmla="val 4721" name="adj"/>
            </a:avLst>
          </a:prstGeom>
          <a:solidFill>
            <a:schemeClr val="accent4"/>
          </a:solidFill>
          <a:ln>
            <a:noFill/>
          </a:ln>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sp>
        <p:nvSpPr>
          <p:cNvPr id="2085" name="Google Shape;2085;p54"/>
          <p:cNvSpPr/>
          <p:nvPr/>
        </p:nvSpPr>
        <p:spPr>
          <a:xfrm>
            <a:off x="712000" y="1489225"/>
            <a:ext cx="1872300" cy="2155500"/>
          </a:xfrm>
          <a:prstGeom prst="roundRect">
            <a:avLst>
              <a:gd fmla="val 4721" name="adj"/>
            </a:avLst>
          </a:prstGeom>
          <a:solidFill>
            <a:schemeClr val="accent3"/>
          </a:solidFill>
          <a:ln>
            <a:noFill/>
          </a:ln>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grpSp>
        <p:nvGrpSpPr>
          <p:cNvPr id="2086" name="Google Shape;2086;p54"/>
          <p:cNvGrpSpPr/>
          <p:nvPr/>
        </p:nvGrpSpPr>
        <p:grpSpPr>
          <a:xfrm>
            <a:off x="268186" y="1173083"/>
            <a:ext cx="231357" cy="60062"/>
            <a:chOff x="520925" y="1460325"/>
            <a:chExt cx="277873" cy="68400"/>
          </a:xfrm>
        </p:grpSpPr>
        <p:sp>
          <p:nvSpPr>
            <p:cNvPr id="2087" name="Google Shape;2087;p54"/>
            <p:cNvSpPr/>
            <p:nvPr/>
          </p:nvSpPr>
          <p:spPr>
            <a:xfrm>
              <a:off x="520925" y="1460325"/>
              <a:ext cx="68400" cy="68400"/>
            </a:xfrm>
            <a:prstGeom prst="ellipse">
              <a:avLst/>
            </a:prstGeom>
            <a:solidFill>
              <a:schemeClr val="accent3"/>
            </a:solidFill>
            <a:ln>
              <a:noFill/>
            </a:ln>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sp>
          <p:nvSpPr>
            <p:cNvPr id="2088" name="Google Shape;2088;p54"/>
            <p:cNvSpPr/>
            <p:nvPr/>
          </p:nvSpPr>
          <p:spPr>
            <a:xfrm>
              <a:off x="625661" y="1460325"/>
              <a:ext cx="68400" cy="68400"/>
            </a:xfrm>
            <a:prstGeom prst="ellipse">
              <a:avLst/>
            </a:prstGeom>
            <a:solidFill>
              <a:schemeClr val="accent5"/>
            </a:solidFill>
            <a:ln>
              <a:noFill/>
            </a:ln>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sp>
          <p:nvSpPr>
            <p:cNvPr id="2089" name="Google Shape;2089;p54"/>
            <p:cNvSpPr/>
            <p:nvPr/>
          </p:nvSpPr>
          <p:spPr>
            <a:xfrm>
              <a:off x="730398" y="1460325"/>
              <a:ext cx="68400" cy="68400"/>
            </a:xfrm>
            <a:prstGeom prst="ellipse">
              <a:avLst/>
            </a:prstGeom>
            <a:solidFill>
              <a:schemeClr val="accent4"/>
            </a:solidFill>
            <a:ln>
              <a:noFill/>
            </a:ln>
          </p:spPr>
          <p:txBody>
            <a:bodyPr anchorCtr="0" anchor="ctr" bIns="76125" lIns="76125" spcFirstLastPara="1" rIns="76125" wrap="square" tIns="76125">
              <a:noAutofit/>
            </a:bodyPr>
            <a:lstStyle/>
            <a:p>
              <a:pPr indent="0" lvl="0" marL="0" rtl="0" algn="ctr">
                <a:spcBef>
                  <a:spcPts val="0"/>
                </a:spcBef>
                <a:spcAft>
                  <a:spcPts val="0"/>
                </a:spcAft>
                <a:buNone/>
              </a:pPr>
              <a:r>
                <a:t/>
              </a:r>
              <a:endParaRPr sz="1165"/>
            </a:p>
          </p:txBody>
        </p:sp>
      </p:grpSp>
      <p:sp>
        <p:nvSpPr>
          <p:cNvPr id="2090" name="Google Shape;2090;p54"/>
          <p:cNvSpPr txBox="1"/>
          <p:nvPr>
            <p:ph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t>Game Interface</a:t>
            </a:r>
            <a:endParaRPr sz="3600"/>
          </a:p>
        </p:txBody>
      </p:sp>
      <p:sp>
        <p:nvSpPr>
          <p:cNvPr id="2091" name="Google Shape;2091;p54"/>
          <p:cNvSpPr txBox="1"/>
          <p:nvPr/>
        </p:nvSpPr>
        <p:spPr>
          <a:xfrm>
            <a:off x="712089" y="2927403"/>
            <a:ext cx="1872300" cy="384600"/>
          </a:xfrm>
          <a:prstGeom prst="rect">
            <a:avLst/>
          </a:prstGeom>
          <a:noFill/>
          <a:ln>
            <a:noFill/>
          </a:ln>
        </p:spPr>
        <p:txBody>
          <a:bodyPr anchorCtr="0" anchor="t" bIns="76125" lIns="76125" spcFirstLastPara="1" rIns="76125" wrap="square" tIns="76125">
            <a:spAutoFit/>
          </a:bodyPr>
          <a:lstStyle/>
          <a:p>
            <a:pPr indent="0" lvl="0" marL="0" rtl="0" algn="ctr">
              <a:spcBef>
                <a:spcPts val="0"/>
              </a:spcBef>
              <a:spcAft>
                <a:spcPts val="0"/>
              </a:spcAft>
              <a:buNone/>
            </a:pPr>
            <a:r>
              <a:rPr lang="en" sz="1498">
                <a:solidFill>
                  <a:schemeClr val="dk1"/>
                </a:solidFill>
                <a:latin typeface="Lexend Medium"/>
                <a:ea typeface="Lexend Medium"/>
                <a:cs typeface="Lexend Medium"/>
                <a:sym typeface="Lexend Medium"/>
              </a:rPr>
              <a:t>Game 1</a:t>
            </a:r>
            <a:endParaRPr sz="1498">
              <a:solidFill>
                <a:schemeClr val="dk1"/>
              </a:solidFill>
              <a:latin typeface="Lexend Medium"/>
              <a:ea typeface="Lexend Medium"/>
              <a:cs typeface="Lexend Medium"/>
              <a:sym typeface="Lexend Medium"/>
            </a:endParaRPr>
          </a:p>
        </p:txBody>
      </p:sp>
      <p:sp>
        <p:nvSpPr>
          <p:cNvPr id="2092" name="Google Shape;2092;p54"/>
          <p:cNvSpPr txBox="1"/>
          <p:nvPr/>
        </p:nvSpPr>
        <p:spPr>
          <a:xfrm>
            <a:off x="2864051" y="2927403"/>
            <a:ext cx="1872300" cy="384600"/>
          </a:xfrm>
          <a:prstGeom prst="rect">
            <a:avLst/>
          </a:prstGeom>
          <a:noFill/>
          <a:ln>
            <a:noFill/>
          </a:ln>
        </p:spPr>
        <p:txBody>
          <a:bodyPr anchorCtr="0" anchor="t" bIns="76125" lIns="76125" spcFirstLastPara="1" rIns="76125" wrap="square" tIns="76125">
            <a:spAutoFit/>
          </a:bodyPr>
          <a:lstStyle/>
          <a:p>
            <a:pPr indent="0" lvl="0" marL="0" rtl="0" algn="ctr">
              <a:spcBef>
                <a:spcPts val="0"/>
              </a:spcBef>
              <a:spcAft>
                <a:spcPts val="0"/>
              </a:spcAft>
              <a:buNone/>
            </a:pPr>
            <a:r>
              <a:rPr lang="en" sz="1498">
                <a:solidFill>
                  <a:schemeClr val="dk1"/>
                </a:solidFill>
                <a:latin typeface="Lexend Medium"/>
                <a:ea typeface="Lexend Medium"/>
                <a:cs typeface="Lexend Medium"/>
                <a:sym typeface="Lexend Medium"/>
              </a:rPr>
              <a:t>Game 2</a:t>
            </a:r>
            <a:endParaRPr sz="1498">
              <a:solidFill>
                <a:schemeClr val="dk1"/>
              </a:solidFill>
              <a:latin typeface="Lexend Medium"/>
              <a:ea typeface="Lexend Medium"/>
              <a:cs typeface="Lexend Medium"/>
              <a:sym typeface="Lexend Medium"/>
            </a:endParaRPr>
          </a:p>
        </p:txBody>
      </p:sp>
      <p:sp>
        <p:nvSpPr>
          <p:cNvPr id="2093" name="Google Shape;2093;p54"/>
          <p:cNvSpPr txBox="1"/>
          <p:nvPr/>
        </p:nvSpPr>
        <p:spPr>
          <a:xfrm>
            <a:off x="5016088" y="2927403"/>
            <a:ext cx="1872300" cy="384600"/>
          </a:xfrm>
          <a:prstGeom prst="rect">
            <a:avLst/>
          </a:prstGeom>
          <a:noFill/>
          <a:ln>
            <a:noFill/>
          </a:ln>
        </p:spPr>
        <p:txBody>
          <a:bodyPr anchorCtr="0" anchor="t" bIns="76125" lIns="76125" spcFirstLastPara="1" rIns="76125" wrap="square" tIns="76125">
            <a:spAutoFit/>
          </a:bodyPr>
          <a:lstStyle/>
          <a:p>
            <a:pPr indent="0" lvl="0" marL="0" rtl="0" algn="ctr">
              <a:spcBef>
                <a:spcPts val="0"/>
              </a:spcBef>
              <a:spcAft>
                <a:spcPts val="0"/>
              </a:spcAft>
              <a:buNone/>
            </a:pPr>
            <a:r>
              <a:rPr lang="en" sz="1498">
                <a:solidFill>
                  <a:schemeClr val="dk1"/>
                </a:solidFill>
                <a:latin typeface="Lexend Medium"/>
                <a:ea typeface="Lexend Medium"/>
                <a:cs typeface="Lexend Medium"/>
                <a:sym typeface="Lexend Medium"/>
              </a:rPr>
              <a:t>Game 3</a:t>
            </a:r>
            <a:endParaRPr sz="1498">
              <a:solidFill>
                <a:schemeClr val="dk1"/>
              </a:solidFill>
              <a:latin typeface="Lexend Medium"/>
              <a:ea typeface="Lexend Medium"/>
              <a:cs typeface="Lexend Medium"/>
              <a:sym typeface="Lexend Medium"/>
            </a:endParaRPr>
          </a:p>
        </p:txBody>
      </p:sp>
      <p:sp>
        <p:nvSpPr>
          <p:cNvPr id="2094" name="Google Shape;2094;p54"/>
          <p:cNvSpPr txBox="1"/>
          <p:nvPr/>
        </p:nvSpPr>
        <p:spPr>
          <a:xfrm>
            <a:off x="854772" y="3180239"/>
            <a:ext cx="1611300" cy="523200"/>
          </a:xfrm>
          <a:prstGeom prst="rect">
            <a:avLst/>
          </a:prstGeom>
          <a:noFill/>
          <a:ln>
            <a:noFill/>
          </a:ln>
        </p:spPr>
        <p:txBody>
          <a:bodyPr anchorCtr="0" anchor="t" bIns="76125" lIns="76125" spcFirstLastPara="1" rIns="76125" wrap="square" tIns="761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Score update on time survive</a:t>
            </a:r>
            <a:endParaRPr sz="666">
              <a:solidFill>
                <a:schemeClr val="dk1"/>
              </a:solidFill>
              <a:latin typeface="Lexend Light"/>
              <a:ea typeface="Lexend Light"/>
              <a:cs typeface="Lexend Light"/>
              <a:sym typeface="Lexend Light"/>
            </a:endParaRPr>
          </a:p>
        </p:txBody>
      </p:sp>
      <p:sp>
        <p:nvSpPr>
          <p:cNvPr id="2095" name="Google Shape;2095;p54"/>
          <p:cNvSpPr txBox="1"/>
          <p:nvPr/>
        </p:nvSpPr>
        <p:spPr>
          <a:xfrm>
            <a:off x="2994657" y="3180239"/>
            <a:ext cx="1611300" cy="523200"/>
          </a:xfrm>
          <a:prstGeom prst="rect">
            <a:avLst/>
          </a:prstGeom>
          <a:noFill/>
          <a:ln>
            <a:noFill/>
          </a:ln>
        </p:spPr>
        <p:txBody>
          <a:bodyPr anchorCtr="0" anchor="t" bIns="76125" lIns="76125" spcFirstLastPara="1" rIns="76125" wrap="square" tIns="76125">
            <a:spAutoFit/>
          </a:bodyPr>
          <a:lstStyle/>
          <a:p>
            <a:pPr indent="0" lvl="0" marL="0" rtl="0" algn="ctr">
              <a:spcBef>
                <a:spcPts val="0"/>
              </a:spcBef>
              <a:spcAft>
                <a:spcPts val="0"/>
              </a:spcAft>
              <a:buNone/>
            </a:pPr>
            <a:r>
              <a:rPr lang="en" sz="1200">
                <a:solidFill>
                  <a:schemeClr val="dk1"/>
                </a:solidFill>
                <a:latin typeface="Lexend Light"/>
                <a:ea typeface="Lexend Light"/>
                <a:cs typeface="Lexend Light"/>
                <a:sym typeface="Lexend Light"/>
              </a:rPr>
              <a:t>Score update on bamboo collision</a:t>
            </a:r>
            <a:endParaRPr sz="1200">
              <a:solidFill>
                <a:schemeClr val="dk1"/>
              </a:solidFill>
              <a:latin typeface="Lexend Light"/>
              <a:ea typeface="Lexend Light"/>
              <a:cs typeface="Lexend Light"/>
              <a:sym typeface="Lexend Light"/>
            </a:endParaRPr>
          </a:p>
        </p:txBody>
      </p:sp>
      <p:sp>
        <p:nvSpPr>
          <p:cNvPr id="2096" name="Google Shape;2096;p54"/>
          <p:cNvSpPr txBox="1"/>
          <p:nvPr/>
        </p:nvSpPr>
        <p:spPr>
          <a:xfrm>
            <a:off x="5134421" y="3180239"/>
            <a:ext cx="1611300" cy="523200"/>
          </a:xfrm>
          <a:prstGeom prst="rect">
            <a:avLst/>
          </a:prstGeom>
          <a:noFill/>
          <a:ln>
            <a:noFill/>
          </a:ln>
        </p:spPr>
        <p:txBody>
          <a:bodyPr anchorCtr="0" anchor="t" bIns="76125" lIns="76125" spcFirstLastPara="1" rIns="76125" wrap="square" tIns="76125">
            <a:spAutoFit/>
          </a:bodyPr>
          <a:lstStyle/>
          <a:p>
            <a:pPr indent="0" lvl="0" marL="0" marR="0" rtl="0" algn="ctr">
              <a:lnSpc>
                <a:spcPct val="100000"/>
              </a:lnSpc>
              <a:spcBef>
                <a:spcPts val="0"/>
              </a:spcBef>
              <a:spcAft>
                <a:spcPts val="0"/>
              </a:spcAft>
              <a:buNone/>
            </a:pPr>
            <a:r>
              <a:rPr lang="en" sz="1200">
                <a:solidFill>
                  <a:schemeClr val="dk1"/>
                </a:solidFill>
                <a:latin typeface="Lexend Light"/>
                <a:ea typeface="Lexend Light"/>
                <a:cs typeface="Lexend Light"/>
                <a:sym typeface="Lexend Light"/>
              </a:rPr>
              <a:t>Score Update on enemy destroy</a:t>
            </a:r>
            <a:endParaRPr sz="1200">
              <a:solidFill>
                <a:schemeClr val="dk1"/>
              </a:solidFill>
              <a:latin typeface="Lexend Light"/>
              <a:ea typeface="Lexend Light"/>
              <a:cs typeface="Lexend Light"/>
              <a:sym typeface="Lexend Light"/>
            </a:endParaRPr>
          </a:p>
        </p:txBody>
      </p:sp>
      <p:pic>
        <p:nvPicPr>
          <p:cNvPr descr="A screenshot of a game&#10;&#10;AI-generated content may be incorrect." id="2097" name="Google Shape;2097;p54"/>
          <p:cNvPicPr preferRelativeResize="0"/>
          <p:nvPr/>
        </p:nvPicPr>
        <p:blipFill>
          <a:blip r:embed="rId3">
            <a:alphaModFix/>
          </a:blip>
          <a:stretch>
            <a:fillRect/>
          </a:stretch>
        </p:blipFill>
        <p:spPr>
          <a:xfrm>
            <a:off x="7274252" y="1009538"/>
            <a:ext cx="1832975" cy="3959225"/>
          </a:xfrm>
          <a:prstGeom prst="rect">
            <a:avLst/>
          </a:prstGeom>
          <a:noFill/>
          <a:ln>
            <a:noFill/>
          </a:ln>
        </p:spPr>
      </p:pic>
      <p:pic>
        <p:nvPicPr>
          <p:cNvPr id="2098" name="Google Shape;2098;p54" title="855aa0ebd0bd8aca9bfa8cc75cbad7fc.png"/>
          <p:cNvPicPr preferRelativeResize="0"/>
          <p:nvPr/>
        </p:nvPicPr>
        <p:blipFill>
          <a:blip r:embed="rId4">
            <a:alphaModFix/>
          </a:blip>
          <a:stretch>
            <a:fillRect/>
          </a:stretch>
        </p:blipFill>
        <p:spPr>
          <a:xfrm>
            <a:off x="359850" y="4045347"/>
            <a:ext cx="3086460" cy="857350"/>
          </a:xfrm>
          <a:prstGeom prst="rect">
            <a:avLst/>
          </a:prstGeom>
          <a:noFill/>
          <a:ln>
            <a:noFill/>
          </a:ln>
        </p:spPr>
      </p:pic>
      <p:pic>
        <p:nvPicPr>
          <p:cNvPr id="2099" name="Google Shape;2099;p54" title="4b4cba2ae6c82db93af7d926938996aa.png"/>
          <p:cNvPicPr preferRelativeResize="0"/>
          <p:nvPr/>
        </p:nvPicPr>
        <p:blipFill>
          <a:blip r:embed="rId5">
            <a:alphaModFix/>
          </a:blip>
          <a:stretch>
            <a:fillRect/>
          </a:stretch>
        </p:blipFill>
        <p:spPr>
          <a:xfrm>
            <a:off x="3637750" y="4045347"/>
            <a:ext cx="3057871" cy="857350"/>
          </a:xfrm>
          <a:prstGeom prst="rect">
            <a:avLst/>
          </a:prstGeom>
          <a:noFill/>
          <a:ln>
            <a:noFill/>
          </a:ln>
        </p:spPr>
      </p:pic>
      <p:pic>
        <p:nvPicPr>
          <p:cNvPr id="2100" name="Google Shape;2100;p54" title="7e85483d8bf4eaf9a6cec103d8084806.png"/>
          <p:cNvPicPr preferRelativeResize="0"/>
          <p:nvPr/>
        </p:nvPicPr>
        <p:blipFill>
          <a:blip r:embed="rId6">
            <a:alphaModFix/>
          </a:blip>
          <a:stretch>
            <a:fillRect/>
          </a:stretch>
        </p:blipFill>
        <p:spPr>
          <a:xfrm>
            <a:off x="4341900" y="468575"/>
            <a:ext cx="1521796" cy="857350"/>
          </a:xfrm>
          <a:prstGeom prst="rect">
            <a:avLst/>
          </a:prstGeom>
          <a:noFill/>
          <a:ln>
            <a:noFill/>
          </a:ln>
        </p:spPr>
      </p:pic>
      <p:pic>
        <p:nvPicPr>
          <p:cNvPr id="2101" name="Google Shape;2101;p54" title="cf1f9849d36613c19f0a0dae86b7bbd0.png"/>
          <p:cNvPicPr preferRelativeResize="0"/>
          <p:nvPr/>
        </p:nvPicPr>
        <p:blipFill rotWithShape="1">
          <a:blip r:embed="rId7">
            <a:alphaModFix/>
          </a:blip>
          <a:srcRect b="35766" l="43468" r="43313" t="43865"/>
          <a:stretch/>
        </p:blipFill>
        <p:spPr>
          <a:xfrm>
            <a:off x="5964638" y="417573"/>
            <a:ext cx="1208674" cy="959350"/>
          </a:xfrm>
          <a:prstGeom prst="rect">
            <a:avLst/>
          </a:prstGeom>
          <a:noFill/>
          <a:ln>
            <a:noFill/>
          </a:ln>
        </p:spPr>
      </p:pic>
      <p:pic>
        <p:nvPicPr>
          <p:cNvPr id="2102" name="Google Shape;2102;p54" title="4f4ce11ff8476c1ef048423a6f42cab1.png"/>
          <p:cNvPicPr preferRelativeResize="0"/>
          <p:nvPr/>
        </p:nvPicPr>
        <p:blipFill rotWithShape="1">
          <a:blip r:embed="rId8">
            <a:alphaModFix/>
          </a:blip>
          <a:srcRect b="13148" l="25033" r="25247" t="13192"/>
          <a:stretch/>
        </p:blipFill>
        <p:spPr>
          <a:xfrm>
            <a:off x="818175" y="1616925"/>
            <a:ext cx="1659950" cy="1266899"/>
          </a:xfrm>
          <a:prstGeom prst="rect">
            <a:avLst/>
          </a:prstGeom>
          <a:noFill/>
          <a:ln>
            <a:noFill/>
          </a:ln>
        </p:spPr>
      </p:pic>
      <p:pic>
        <p:nvPicPr>
          <p:cNvPr id="2103" name="Google Shape;2103;p54" title="445bf9c876ed5c32797cf185029aa5ab.png"/>
          <p:cNvPicPr preferRelativeResize="0"/>
          <p:nvPr/>
        </p:nvPicPr>
        <p:blipFill rotWithShape="1">
          <a:blip r:embed="rId9">
            <a:alphaModFix/>
          </a:blip>
          <a:srcRect b="14210" l="25192" r="25137" t="13436"/>
          <a:stretch/>
        </p:blipFill>
        <p:spPr>
          <a:xfrm>
            <a:off x="2956013" y="1616925"/>
            <a:ext cx="1688467" cy="1266899"/>
          </a:xfrm>
          <a:prstGeom prst="rect">
            <a:avLst/>
          </a:prstGeom>
          <a:noFill/>
          <a:ln>
            <a:noFill/>
          </a:ln>
        </p:spPr>
      </p:pic>
      <p:pic>
        <p:nvPicPr>
          <p:cNvPr id="2104" name="Google Shape;2104;p54" title="7c9077c7c60d578d41458f4ba4fc9312.png"/>
          <p:cNvPicPr preferRelativeResize="0"/>
          <p:nvPr/>
        </p:nvPicPr>
        <p:blipFill rotWithShape="1">
          <a:blip r:embed="rId10">
            <a:alphaModFix/>
          </a:blip>
          <a:srcRect b="14162" l="25083" r="25038" t="12982"/>
          <a:stretch/>
        </p:blipFill>
        <p:spPr>
          <a:xfrm>
            <a:off x="5115150" y="1615225"/>
            <a:ext cx="1688424" cy="1266899"/>
          </a:xfrm>
          <a:prstGeom prst="rect">
            <a:avLst/>
          </a:prstGeom>
          <a:noFill/>
          <a:ln>
            <a:noFill/>
          </a:ln>
        </p:spPr>
      </p:pic>
      <p:sp>
        <p:nvSpPr>
          <p:cNvPr id="2105" name="Google Shape;2105;p54"/>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9" name="Shape 2109"/>
        <p:cNvGrpSpPr/>
        <p:nvPr/>
      </p:nvGrpSpPr>
      <p:grpSpPr>
        <a:xfrm>
          <a:off x="0" y="0"/>
          <a:ext cx="0" cy="0"/>
          <a:chOff x="0" y="0"/>
          <a:chExt cx="0" cy="0"/>
        </a:xfrm>
      </p:grpSpPr>
      <p:sp>
        <p:nvSpPr>
          <p:cNvPr id="2110" name="Google Shape;2110;p55"/>
          <p:cNvSpPr/>
          <p:nvPr/>
        </p:nvSpPr>
        <p:spPr>
          <a:xfrm>
            <a:off x="311700" y="1143000"/>
            <a:ext cx="4438800" cy="3886200"/>
          </a:xfrm>
          <a:prstGeom prst="roundRect">
            <a:avLst>
              <a:gd fmla="val 4934" name="adj"/>
            </a:avLst>
          </a:prstGeom>
          <a:solidFill>
            <a:schemeClr val="lt2"/>
          </a:solidFill>
          <a:ln>
            <a:noFill/>
          </a:ln>
          <a:effectLst>
            <a:outerShdw blurRad="57150" rotWithShape="0" algn="bl" dist="19050">
              <a:srgbClr val="000000">
                <a:alpha val="12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2111" name="Google Shape;2111;p55"/>
          <p:cNvSpPr txBox="1"/>
          <p:nvPr>
            <p:ph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t>Home Page</a:t>
            </a:r>
            <a:endParaRPr sz="3600"/>
          </a:p>
        </p:txBody>
      </p:sp>
      <p:sp>
        <p:nvSpPr>
          <p:cNvPr id="2112" name="Google Shape;2112;p55"/>
          <p:cNvSpPr txBox="1"/>
          <p:nvPr/>
        </p:nvSpPr>
        <p:spPr>
          <a:xfrm>
            <a:off x="437050" y="1151975"/>
            <a:ext cx="4062300" cy="4032900"/>
          </a:xfrm>
          <a:prstGeom prst="rect">
            <a:avLst/>
          </a:prstGeom>
          <a:noFill/>
          <a:ln>
            <a:noFill/>
          </a:ln>
        </p:spPr>
        <p:txBody>
          <a:bodyPr anchorCtr="0" anchor="ctr" bIns="91425" lIns="91425" spcFirstLastPara="1" rIns="91425" wrap="square" tIns="91425">
            <a:spAutoFit/>
          </a:bodyPr>
          <a:lstStyle/>
          <a:p>
            <a:pPr indent="-317500" lvl="0" marL="457200" marR="0" rtl="0" algn="l">
              <a:lnSpc>
                <a:spcPct val="100000"/>
              </a:lnSpc>
              <a:spcBef>
                <a:spcPts val="0"/>
              </a:spcBef>
              <a:spcAft>
                <a:spcPts val="0"/>
              </a:spcAft>
              <a:buClr>
                <a:schemeClr val="dk1"/>
              </a:buClr>
              <a:buSzPts val="1400"/>
              <a:buFont typeface="Lexend Light"/>
              <a:buChar char="●"/>
            </a:pPr>
            <a:r>
              <a:rPr lang="en">
                <a:solidFill>
                  <a:schemeClr val="dk1"/>
                </a:solidFill>
                <a:latin typeface="Lexend Light"/>
                <a:ea typeface="Lexend Light"/>
                <a:cs typeface="Lexend Light"/>
                <a:sym typeface="Lexend Light"/>
              </a:rPr>
              <a:t>Navigation Bar:​</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Connects the four main pages (Study, Game, Calendar, Settings)​</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Provides a clear and direct path to each feature​</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Enhances usability and reduces navigation time​</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Consistent layout across all screens​</a:t>
            </a:r>
            <a:endParaRPr>
              <a:solidFill>
                <a:schemeClr val="dk1"/>
              </a:solidFill>
              <a:latin typeface="Lexend Light"/>
              <a:ea typeface="Lexend Light"/>
              <a:cs typeface="Lexend Light"/>
              <a:sym typeface="Lexend Light"/>
            </a:endParaRPr>
          </a:p>
          <a:p>
            <a:pPr indent="-317500" lvl="0" marL="457200" marR="0" rtl="0" algn="l">
              <a:lnSpc>
                <a:spcPct val="100000"/>
              </a:lnSpc>
              <a:spcBef>
                <a:spcPts val="0"/>
              </a:spcBef>
              <a:spcAft>
                <a:spcPts val="0"/>
              </a:spcAft>
              <a:buClr>
                <a:schemeClr val="dk1"/>
              </a:buClr>
              <a:buSzPts val="1400"/>
              <a:buFont typeface="Lexend Light"/>
              <a:buChar char="●"/>
            </a:pPr>
            <a:r>
              <a:rPr lang="en">
                <a:solidFill>
                  <a:schemeClr val="dk1"/>
                </a:solidFill>
                <a:latin typeface="Lexend Light"/>
                <a:ea typeface="Lexend Light"/>
                <a:cs typeface="Lexend Light"/>
                <a:sym typeface="Lexend Light"/>
              </a:rPr>
              <a:t>Home Page (Buddy System):​</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Planned as the main hub of the app​</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Displays and interacts with the user’s Buddy​</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Encourages daily learning through emotional engagement​</a:t>
            </a:r>
            <a:endParaRPr>
              <a:solidFill>
                <a:schemeClr val="dk1"/>
              </a:solidFill>
              <a:latin typeface="Lexend Light"/>
              <a:ea typeface="Lexend Light"/>
              <a:cs typeface="Lexend Light"/>
              <a:sym typeface="Lexend Light"/>
            </a:endParaRPr>
          </a:p>
          <a:p>
            <a:pPr indent="-317500" lvl="1" marL="914400" marR="0" rtl="0" algn="l">
              <a:lnSpc>
                <a:spcPct val="100000"/>
              </a:lnSpc>
              <a:spcBef>
                <a:spcPts val="0"/>
              </a:spcBef>
              <a:spcAft>
                <a:spcPts val="0"/>
              </a:spcAft>
              <a:buSzPts val="1400"/>
              <a:buFont typeface="Lexend Light"/>
              <a:buChar char="○"/>
            </a:pPr>
            <a:r>
              <a:rPr lang="en">
                <a:solidFill>
                  <a:schemeClr val="dk1"/>
                </a:solidFill>
                <a:latin typeface="Lexend Light"/>
                <a:ea typeface="Lexend Light"/>
                <a:cs typeface="Lexend Light"/>
                <a:sym typeface="Lexend Light"/>
              </a:rPr>
              <a:t>Combines productivity with gamified progress tracking​</a:t>
            </a:r>
            <a:endParaRPr>
              <a:solidFill>
                <a:schemeClr val="dk1"/>
              </a:solidFill>
              <a:highlight>
                <a:srgbClr val="F5F5F5"/>
              </a:highlight>
            </a:endParaRPr>
          </a:p>
          <a:p>
            <a:pPr indent="0" lvl="0" marL="0" rtl="0" algn="l">
              <a:spcBef>
                <a:spcPts val="0"/>
              </a:spcBef>
              <a:spcAft>
                <a:spcPts val="0"/>
              </a:spcAft>
              <a:buNone/>
            </a:pPr>
            <a:r>
              <a:t/>
            </a:r>
            <a:endParaRPr sz="1200">
              <a:solidFill>
                <a:schemeClr val="dk1"/>
              </a:solidFill>
              <a:latin typeface="Lexend Light"/>
              <a:ea typeface="Lexend Light"/>
              <a:cs typeface="Lexend Light"/>
              <a:sym typeface="Lexend Light"/>
            </a:endParaRPr>
          </a:p>
        </p:txBody>
      </p:sp>
      <p:pic>
        <p:nvPicPr>
          <p:cNvPr descr="A screenshot of a phone&#10;&#10;AI-generated content may be incorrect." id="2113" name="Google Shape;2113;p55"/>
          <p:cNvPicPr preferRelativeResize="0"/>
          <p:nvPr/>
        </p:nvPicPr>
        <p:blipFill>
          <a:blip r:embed="rId3">
            <a:alphaModFix/>
          </a:blip>
          <a:stretch>
            <a:fillRect/>
          </a:stretch>
        </p:blipFill>
        <p:spPr>
          <a:xfrm>
            <a:off x="4842100" y="382475"/>
            <a:ext cx="2048000" cy="4646726"/>
          </a:xfrm>
          <a:prstGeom prst="rect">
            <a:avLst/>
          </a:prstGeom>
          <a:noFill/>
          <a:ln>
            <a:noFill/>
          </a:ln>
        </p:spPr>
      </p:pic>
      <p:pic>
        <p:nvPicPr>
          <p:cNvPr id="2114" name="Google Shape;2114;p55"/>
          <p:cNvPicPr preferRelativeResize="0"/>
          <p:nvPr/>
        </p:nvPicPr>
        <p:blipFill>
          <a:blip r:embed="rId4">
            <a:alphaModFix/>
          </a:blip>
          <a:stretch>
            <a:fillRect/>
          </a:stretch>
        </p:blipFill>
        <p:spPr>
          <a:xfrm>
            <a:off x="6981700" y="392207"/>
            <a:ext cx="2048000" cy="4627268"/>
          </a:xfrm>
          <a:prstGeom prst="rect">
            <a:avLst/>
          </a:prstGeom>
          <a:noFill/>
          <a:ln>
            <a:noFill/>
          </a:ln>
        </p:spPr>
      </p:pic>
      <p:sp>
        <p:nvSpPr>
          <p:cNvPr id="2115" name="Google Shape;2115;p55"/>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56"/>
          <p:cNvSpPr txBox="1"/>
          <p:nvPr>
            <p:ph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t>Component Diagram</a:t>
            </a:r>
            <a:endParaRPr sz="3600"/>
          </a:p>
        </p:txBody>
      </p:sp>
      <p:pic>
        <p:nvPicPr>
          <p:cNvPr descr="A diagram of a software application&#10;&#10;AI-generated content may be incorrect." id="2121" name="Google Shape;2121;p56"/>
          <p:cNvPicPr preferRelativeResize="0"/>
          <p:nvPr/>
        </p:nvPicPr>
        <p:blipFill>
          <a:blip r:embed="rId3">
            <a:alphaModFix/>
          </a:blip>
          <a:stretch>
            <a:fillRect/>
          </a:stretch>
        </p:blipFill>
        <p:spPr>
          <a:xfrm>
            <a:off x="2600450" y="1151975"/>
            <a:ext cx="3943100" cy="3782014"/>
          </a:xfrm>
          <a:prstGeom prst="rect">
            <a:avLst/>
          </a:prstGeom>
          <a:noFill/>
          <a:ln>
            <a:noFill/>
          </a:ln>
        </p:spPr>
      </p:pic>
      <p:sp>
        <p:nvSpPr>
          <p:cNvPr id="2122" name="Google Shape;2122;p56"/>
          <p:cNvSpPr txBox="1"/>
          <p:nvPr/>
        </p:nvSpPr>
        <p:spPr>
          <a:xfrm>
            <a:off x="2712510" y="1264035"/>
            <a:ext cx="2206200" cy="2206200"/>
          </a:xfrm>
          <a:prstGeom prst="rect">
            <a:avLst/>
          </a:prstGeom>
          <a:noFill/>
          <a:ln>
            <a:noFill/>
          </a:ln>
        </p:spPr>
        <p:txBody>
          <a:bodyPr anchorCtr="0" anchor="ctr" bIns="67200" lIns="67200" spcFirstLastPara="1" rIns="67200" wrap="square" tIns="67200">
            <a:noAutofit/>
          </a:bodyPr>
          <a:lstStyle/>
          <a:p>
            <a:pPr indent="0" lvl="0" marL="0" rtl="0" algn="l">
              <a:spcBef>
                <a:spcPts val="0"/>
              </a:spcBef>
              <a:spcAft>
                <a:spcPts val="0"/>
              </a:spcAft>
              <a:buNone/>
            </a:pPr>
            <a:r>
              <a:rPr lang="en" sz="882"/>
              <a:t> </a:t>
            </a:r>
            <a:endParaRPr sz="1029"/>
          </a:p>
        </p:txBody>
      </p:sp>
      <p:sp>
        <p:nvSpPr>
          <p:cNvPr id="2123" name="Google Shape;2123;p56"/>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7" name="Shape 2127"/>
        <p:cNvGrpSpPr/>
        <p:nvPr/>
      </p:nvGrpSpPr>
      <p:grpSpPr>
        <a:xfrm>
          <a:off x="0" y="0"/>
          <a:ext cx="0" cy="0"/>
          <a:chOff x="0" y="0"/>
          <a:chExt cx="0" cy="0"/>
        </a:xfrm>
      </p:grpSpPr>
      <p:sp>
        <p:nvSpPr>
          <p:cNvPr id="2128" name="Google Shape;2128;p57"/>
          <p:cNvSpPr/>
          <p:nvPr/>
        </p:nvSpPr>
        <p:spPr>
          <a:xfrm>
            <a:off x="341525" y="1918369"/>
            <a:ext cx="4059600" cy="19146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29" name="Google Shape;2129;p57"/>
          <p:cNvGrpSpPr/>
          <p:nvPr/>
        </p:nvGrpSpPr>
        <p:grpSpPr>
          <a:xfrm>
            <a:off x="411700" y="2019694"/>
            <a:ext cx="277873" cy="68400"/>
            <a:chOff x="411700" y="2420932"/>
            <a:chExt cx="277873" cy="68400"/>
          </a:xfrm>
        </p:grpSpPr>
        <p:sp>
          <p:nvSpPr>
            <p:cNvPr id="2130" name="Google Shape;2130;p57"/>
            <p:cNvSpPr/>
            <p:nvPr/>
          </p:nvSpPr>
          <p:spPr>
            <a:xfrm>
              <a:off x="411700" y="2420932"/>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1" name="Google Shape;2131;p57"/>
            <p:cNvSpPr/>
            <p:nvPr/>
          </p:nvSpPr>
          <p:spPr>
            <a:xfrm>
              <a:off x="516436" y="2420932"/>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2" name="Google Shape;2132;p57"/>
            <p:cNvSpPr/>
            <p:nvPr/>
          </p:nvSpPr>
          <p:spPr>
            <a:xfrm>
              <a:off x="621173" y="2420932"/>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33" name="Google Shape;2133;p57"/>
          <p:cNvSpPr txBox="1"/>
          <p:nvPr>
            <p:ph idx="4" type="subTitle"/>
          </p:nvPr>
        </p:nvSpPr>
        <p:spPr>
          <a:xfrm>
            <a:off x="453075" y="2094172"/>
            <a:ext cx="3736200" cy="2543700"/>
          </a:xfrm>
          <a:prstGeom prst="rect">
            <a:avLst/>
          </a:prstGeom>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Font typeface="Arial"/>
              <a:buChar char="●"/>
            </a:pPr>
            <a:r>
              <a:rPr lang="en"/>
              <a:t>Study Timer Algorithm: countdown, stop condition, duration calculation.</a:t>
            </a:r>
            <a:endParaRPr/>
          </a:p>
          <a:p>
            <a:pPr indent="-298450" lvl="0" marL="457200" rtl="0" algn="l">
              <a:lnSpc>
                <a:spcPct val="115000"/>
              </a:lnSpc>
              <a:spcBef>
                <a:spcPts val="0"/>
              </a:spcBef>
              <a:spcAft>
                <a:spcPts val="0"/>
              </a:spcAft>
              <a:buSzPts val="1100"/>
              <a:buFont typeface="Arial"/>
              <a:buChar char="●"/>
            </a:pPr>
            <a:r>
              <a:rPr lang="en"/>
              <a:t>Goal Evaluation: sum of durations for today ÷ daily goal × 100.</a:t>
            </a:r>
            <a:endParaRPr/>
          </a:p>
          <a:p>
            <a:pPr indent="-298450" lvl="0" marL="457200" rtl="0" algn="l">
              <a:lnSpc>
                <a:spcPct val="115000"/>
              </a:lnSpc>
              <a:spcBef>
                <a:spcPts val="0"/>
              </a:spcBef>
              <a:spcAft>
                <a:spcPts val="0"/>
              </a:spcAft>
              <a:buSzPts val="1100"/>
              <a:buFont typeface="Arial"/>
              <a:buChar char="●"/>
            </a:pPr>
            <a:r>
              <a:rPr lang="en"/>
              <a:t>Buddy Energy: increases with study time, decays over inactivity.</a:t>
            </a:r>
            <a:endParaRPr/>
          </a:p>
          <a:p>
            <a:pPr indent="-298450" lvl="0" marL="457200" rtl="0" algn="l">
              <a:lnSpc>
                <a:spcPct val="115000"/>
              </a:lnSpc>
              <a:spcBef>
                <a:spcPts val="0"/>
              </a:spcBef>
              <a:spcAft>
                <a:spcPts val="0"/>
              </a:spcAft>
              <a:buSzPts val="1100"/>
              <a:buFont typeface="Arial"/>
              <a:buChar char="●"/>
            </a:pPr>
            <a:r>
              <a:rPr lang="en"/>
              <a:t>JWT Validation: verifies token per request.</a:t>
            </a:r>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Clr>
                <a:schemeClr val="dk1"/>
              </a:buClr>
              <a:buSzPts val="1100"/>
              <a:buNone/>
            </a:pPr>
            <a:r>
              <a:t/>
            </a:r>
            <a:endParaRPr/>
          </a:p>
          <a:p>
            <a:pPr indent="0" lvl="0" marL="0" rtl="0" algn="l">
              <a:spcBef>
                <a:spcPts val="0"/>
              </a:spcBef>
              <a:spcAft>
                <a:spcPts val="0"/>
              </a:spcAft>
              <a:buNone/>
            </a:pPr>
            <a:r>
              <a:t/>
            </a:r>
            <a:endParaRPr>
              <a:latin typeface="Lexend SemiBold"/>
              <a:ea typeface="Lexend SemiBold"/>
              <a:cs typeface="Lexend SemiBold"/>
              <a:sym typeface="Lexend SemiBold"/>
            </a:endParaRPr>
          </a:p>
        </p:txBody>
      </p:sp>
      <p:sp>
        <p:nvSpPr>
          <p:cNvPr id="2134" name="Google Shape;2134;p57"/>
          <p:cNvSpPr txBox="1"/>
          <p:nvPr>
            <p:ph type="title"/>
          </p:nvPr>
        </p:nvSpPr>
        <p:spPr>
          <a:xfrm>
            <a:off x="209775" y="468575"/>
            <a:ext cx="7340100" cy="118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Business Logic &amp; Key Algorithms</a:t>
            </a:r>
            <a:endParaRPr sz="3600">
              <a:solidFill>
                <a:schemeClr val="lt1"/>
              </a:solidFill>
            </a:endParaRPr>
          </a:p>
        </p:txBody>
      </p:sp>
      <p:pic>
        <p:nvPicPr>
          <p:cNvPr id="2135" name="Google Shape;2135;p57"/>
          <p:cNvPicPr preferRelativeResize="0"/>
          <p:nvPr/>
        </p:nvPicPr>
        <p:blipFill>
          <a:blip r:embed="rId3">
            <a:alphaModFix/>
          </a:blip>
          <a:stretch>
            <a:fillRect/>
          </a:stretch>
        </p:blipFill>
        <p:spPr>
          <a:xfrm>
            <a:off x="5247050" y="865150"/>
            <a:ext cx="3298500" cy="2495549"/>
          </a:xfrm>
          <a:prstGeom prst="rect">
            <a:avLst/>
          </a:prstGeom>
          <a:noFill/>
          <a:ln>
            <a:noFill/>
          </a:ln>
        </p:spPr>
      </p:pic>
      <p:pic>
        <p:nvPicPr>
          <p:cNvPr id="2136" name="Google Shape;2136;p57"/>
          <p:cNvPicPr preferRelativeResize="0"/>
          <p:nvPr/>
        </p:nvPicPr>
        <p:blipFill>
          <a:blip r:embed="rId4">
            <a:alphaModFix/>
          </a:blip>
          <a:stretch>
            <a:fillRect/>
          </a:stretch>
        </p:blipFill>
        <p:spPr>
          <a:xfrm>
            <a:off x="3804800" y="3942200"/>
            <a:ext cx="5154900" cy="1030975"/>
          </a:xfrm>
          <a:prstGeom prst="rect">
            <a:avLst/>
          </a:prstGeom>
          <a:noFill/>
          <a:ln>
            <a:noFill/>
          </a:ln>
        </p:spPr>
      </p:pic>
      <p:sp>
        <p:nvSpPr>
          <p:cNvPr id="2137" name="Google Shape;2137;p57"/>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1" name="Shape 2141"/>
        <p:cNvGrpSpPr/>
        <p:nvPr/>
      </p:nvGrpSpPr>
      <p:grpSpPr>
        <a:xfrm>
          <a:off x="0" y="0"/>
          <a:ext cx="0" cy="0"/>
          <a:chOff x="0" y="0"/>
          <a:chExt cx="0" cy="0"/>
        </a:xfrm>
      </p:grpSpPr>
      <p:grpSp>
        <p:nvGrpSpPr>
          <p:cNvPr id="2142" name="Google Shape;2142;p58"/>
          <p:cNvGrpSpPr/>
          <p:nvPr/>
        </p:nvGrpSpPr>
        <p:grpSpPr>
          <a:xfrm>
            <a:off x="165200" y="284425"/>
            <a:ext cx="2957420" cy="902350"/>
            <a:chOff x="1209149" y="2242475"/>
            <a:chExt cx="1698300" cy="902350"/>
          </a:xfrm>
        </p:grpSpPr>
        <p:sp>
          <p:nvSpPr>
            <p:cNvPr id="2143" name="Google Shape;2143;p58"/>
            <p:cNvSpPr/>
            <p:nvPr/>
          </p:nvSpPr>
          <p:spPr>
            <a:xfrm>
              <a:off x="1230200" y="2242475"/>
              <a:ext cx="411300" cy="816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4" name="Google Shape;2144;p58"/>
            <p:cNvSpPr/>
            <p:nvPr/>
          </p:nvSpPr>
          <p:spPr>
            <a:xfrm>
              <a:off x="1209149" y="2318025"/>
              <a:ext cx="1698300" cy="826800"/>
            </a:xfrm>
            <a:prstGeom prst="roundRect">
              <a:avLst>
                <a:gd fmla="val 5261"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Lexend"/>
                  <a:ea typeface="Lexend"/>
                  <a:cs typeface="Lexend"/>
                  <a:sym typeface="Lexend"/>
                </a:rPr>
                <a:t>RESTful API</a:t>
              </a:r>
              <a:endParaRPr sz="3600"/>
            </a:p>
          </p:txBody>
        </p:sp>
        <p:cxnSp>
          <p:nvCxnSpPr>
            <p:cNvPr id="2145" name="Google Shape;2145;p58"/>
            <p:cNvCxnSpPr/>
            <p:nvPr/>
          </p:nvCxnSpPr>
          <p:spPr>
            <a:xfrm>
              <a:off x="1209990" y="3091250"/>
              <a:ext cx="1256700" cy="0"/>
            </a:xfrm>
            <a:prstGeom prst="straightConnector1">
              <a:avLst/>
            </a:prstGeom>
            <a:noFill/>
            <a:ln cap="flat" cmpd="sng" w="9525">
              <a:solidFill>
                <a:schemeClr val="accent4"/>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2146" name="Google Shape;2146;p58"/>
          <p:cNvSpPr txBox="1"/>
          <p:nvPr/>
        </p:nvSpPr>
        <p:spPr>
          <a:xfrm>
            <a:off x="1195275" y="1577500"/>
            <a:ext cx="5866800" cy="27861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POST /api/users/register – Create user.</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POST /api/users/login – Authenticate user.</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GET /api/study/me – Retrieve all study sessions.</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POST /api/study/me – Add a new session.</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GET /api/settings/me &amp; POST /api/settings/me – User settings.</a:t>
            </a:r>
            <a:br>
              <a:rPr lang="en" sz="1300">
                <a:solidFill>
                  <a:schemeClr val="dk1"/>
                </a:solidFill>
                <a:latin typeface="Lexend Light"/>
                <a:ea typeface="Lexend Light"/>
                <a:cs typeface="Lexend Light"/>
                <a:sym typeface="Lexend Light"/>
              </a:rPr>
            </a:b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GET /api/profiles/me &amp; POST /api/profiles/me – Profile management.</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p:txBody>
      </p:sp>
      <p:sp>
        <p:nvSpPr>
          <p:cNvPr id="2147" name="Google Shape;2147;p58"/>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1" name="Shape 2151"/>
        <p:cNvGrpSpPr/>
        <p:nvPr/>
      </p:nvGrpSpPr>
      <p:grpSpPr>
        <a:xfrm>
          <a:off x="0" y="0"/>
          <a:ext cx="0" cy="0"/>
          <a:chOff x="0" y="0"/>
          <a:chExt cx="0" cy="0"/>
        </a:xfrm>
      </p:grpSpPr>
      <p:grpSp>
        <p:nvGrpSpPr>
          <p:cNvPr id="2152" name="Google Shape;2152;p59"/>
          <p:cNvGrpSpPr/>
          <p:nvPr/>
        </p:nvGrpSpPr>
        <p:grpSpPr>
          <a:xfrm>
            <a:off x="165157" y="284425"/>
            <a:ext cx="1743814" cy="902350"/>
            <a:chOff x="1209149" y="2242475"/>
            <a:chExt cx="1698300" cy="902350"/>
          </a:xfrm>
        </p:grpSpPr>
        <p:sp>
          <p:nvSpPr>
            <p:cNvPr id="2153" name="Google Shape;2153;p59"/>
            <p:cNvSpPr/>
            <p:nvPr/>
          </p:nvSpPr>
          <p:spPr>
            <a:xfrm>
              <a:off x="1230200" y="2242475"/>
              <a:ext cx="411300" cy="81600"/>
            </a:xfrm>
            <a:prstGeom prst="round2SameRect">
              <a:avLst>
                <a:gd fmla="val 5000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4" name="Google Shape;2154;p59"/>
            <p:cNvSpPr/>
            <p:nvPr/>
          </p:nvSpPr>
          <p:spPr>
            <a:xfrm>
              <a:off x="1209149" y="2318025"/>
              <a:ext cx="1698300" cy="826800"/>
            </a:xfrm>
            <a:prstGeom prst="roundRect">
              <a:avLst>
                <a:gd fmla="val 5261"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600">
                  <a:solidFill>
                    <a:schemeClr val="dk1"/>
                  </a:solidFill>
                  <a:latin typeface="Lexend"/>
                  <a:ea typeface="Lexend"/>
                  <a:cs typeface="Lexend"/>
                  <a:sym typeface="Lexend"/>
                </a:rPr>
                <a:t>Testing Overview</a:t>
              </a:r>
              <a:endParaRPr sz="2600"/>
            </a:p>
          </p:txBody>
        </p:sp>
        <p:cxnSp>
          <p:nvCxnSpPr>
            <p:cNvPr id="2155" name="Google Shape;2155;p59"/>
            <p:cNvCxnSpPr/>
            <p:nvPr/>
          </p:nvCxnSpPr>
          <p:spPr>
            <a:xfrm>
              <a:off x="1209990" y="3091250"/>
              <a:ext cx="1256700" cy="0"/>
            </a:xfrm>
            <a:prstGeom prst="straightConnector1">
              <a:avLst/>
            </a:prstGeom>
            <a:noFill/>
            <a:ln cap="flat" cmpd="sng" w="9525">
              <a:solidFill>
                <a:schemeClr val="accent3"/>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2156" name="Google Shape;2156;p59"/>
          <p:cNvSpPr/>
          <p:nvPr/>
        </p:nvSpPr>
        <p:spPr>
          <a:xfrm>
            <a:off x="66232" y="2315525"/>
            <a:ext cx="2199000" cy="25815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7" name="Google Shape;2157;p59"/>
          <p:cNvSpPr/>
          <p:nvPr/>
        </p:nvSpPr>
        <p:spPr>
          <a:xfrm>
            <a:off x="2354487" y="2315525"/>
            <a:ext cx="2199000" cy="25815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58" name="Google Shape;2158;p59"/>
          <p:cNvGrpSpPr/>
          <p:nvPr/>
        </p:nvGrpSpPr>
        <p:grpSpPr>
          <a:xfrm>
            <a:off x="2447799" y="2416840"/>
            <a:ext cx="277873" cy="68400"/>
            <a:chOff x="5024113" y="2416840"/>
            <a:chExt cx="277873" cy="68400"/>
          </a:xfrm>
        </p:grpSpPr>
        <p:sp>
          <p:nvSpPr>
            <p:cNvPr id="2159" name="Google Shape;2159;p59"/>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0" name="Google Shape;2160;p59"/>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1" name="Google Shape;2161;p59"/>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162" name="Google Shape;2162;p59"/>
          <p:cNvGrpSpPr/>
          <p:nvPr/>
        </p:nvGrpSpPr>
        <p:grpSpPr>
          <a:xfrm>
            <a:off x="162885" y="2416840"/>
            <a:ext cx="277873" cy="68400"/>
            <a:chOff x="411700" y="2416840"/>
            <a:chExt cx="277873" cy="68400"/>
          </a:xfrm>
        </p:grpSpPr>
        <p:sp>
          <p:nvSpPr>
            <p:cNvPr id="2163" name="Google Shape;2163;p59"/>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4" name="Google Shape;2164;p59"/>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5" name="Google Shape;2165;p59"/>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6" name="Google Shape;2166;p59"/>
          <p:cNvSpPr txBox="1"/>
          <p:nvPr>
            <p:ph idx="4294967295" type="subTitle"/>
          </p:nvPr>
        </p:nvSpPr>
        <p:spPr>
          <a:xfrm>
            <a:off x="-78516" y="2548200"/>
            <a:ext cx="2343900" cy="2216400"/>
          </a:xfrm>
          <a:prstGeom prst="rect">
            <a:avLst/>
          </a:prstGeom>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SzPts val="1200"/>
              <a:buFont typeface="Lexend Light"/>
              <a:buChar char="●"/>
            </a:pPr>
            <a:r>
              <a:rPr lang="en"/>
              <a:t>Verify individual components and functions in isolation.</a:t>
            </a:r>
            <a:br>
              <a:rPr lang="en"/>
            </a:br>
            <a:endParaRPr/>
          </a:p>
          <a:p>
            <a:pPr indent="-304800" lvl="0" marL="457200" marR="0" rtl="0" algn="l">
              <a:lnSpc>
                <a:spcPct val="100000"/>
              </a:lnSpc>
              <a:spcBef>
                <a:spcPts val="0"/>
              </a:spcBef>
              <a:spcAft>
                <a:spcPts val="0"/>
              </a:spcAft>
              <a:buSzPts val="1200"/>
              <a:buFont typeface="Lexend Light"/>
              <a:buChar char="●"/>
            </a:pPr>
            <a:r>
              <a:rPr lang="en"/>
              <a:t>Example: JWT validation and error handling.</a:t>
            </a:r>
            <a:endParaRPr/>
          </a:p>
          <a:p>
            <a:pPr indent="0" lvl="0" marL="0" rtl="0" algn="l">
              <a:lnSpc>
                <a:spcPct val="100000"/>
              </a:lnSpc>
              <a:spcBef>
                <a:spcPts val="0"/>
              </a:spcBef>
              <a:spcAft>
                <a:spcPts val="0"/>
              </a:spcAft>
              <a:buNone/>
            </a:pPr>
            <a:r>
              <a:t/>
            </a:r>
            <a:endParaRPr/>
          </a:p>
        </p:txBody>
      </p:sp>
      <p:sp>
        <p:nvSpPr>
          <p:cNvPr id="2167" name="Google Shape;2167;p59"/>
          <p:cNvSpPr txBox="1"/>
          <p:nvPr>
            <p:ph idx="2" type="subTitle"/>
          </p:nvPr>
        </p:nvSpPr>
        <p:spPr>
          <a:xfrm>
            <a:off x="2340188" y="2548200"/>
            <a:ext cx="2199000" cy="2031900"/>
          </a:xfrm>
          <a:prstGeom prst="rect">
            <a:avLst/>
          </a:prstGeom>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SzPts val="1200"/>
              <a:buFont typeface="Lexend Light"/>
              <a:buChar char="●"/>
            </a:pPr>
            <a:r>
              <a:rPr lang="en"/>
              <a:t>Confirm that backend routes and database models interact correctly.</a:t>
            </a:r>
            <a:br>
              <a:rPr lang="en"/>
            </a:br>
            <a:endParaRPr/>
          </a:p>
          <a:p>
            <a:pPr indent="-304800" lvl="0" marL="457200" marR="0" rtl="0" algn="l">
              <a:lnSpc>
                <a:spcPct val="100000"/>
              </a:lnSpc>
              <a:spcBef>
                <a:spcPts val="0"/>
              </a:spcBef>
              <a:spcAft>
                <a:spcPts val="0"/>
              </a:spcAft>
              <a:buSzPts val="1200"/>
              <a:buFont typeface="Lexend Light"/>
              <a:buChar char="●"/>
            </a:pPr>
            <a:r>
              <a:rPr lang="en"/>
              <a:t>Ensure correct insertion, retrieval, and validation of study sessions.</a:t>
            </a:r>
            <a:endParaRPr/>
          </a:p>
          <a:p>
            <a:pPr indent="0" lvl="0" marL="0" marR="0" rtl="0" algn="l">
              <a:lnSpc>
                <a:spcPct val="100000"/>
              </a:lnSpc>
              <a:spcBef>
                <a:spcPts val="0"/>
              </a:spcBef>
              <a:spcAft>
                <a:spcPts val="0"/>
              </a:spcAft>
              <a:buNone/>
            </a:pPr>
            <a:r>
              <a:t/>
            </a:r>
            <a:endParaRPr/>
          </a:p>
        </p:txBody>
      </p:sp>
      <p:sp>
        <p:nvSpPr>
          <p:cNvPr id="2168" name="Google Shape;2168;p59"/>
          <p:cNvSpPr/>
          <p:nvPr/>
        </p:nvSpPr>
        <p:spPr>
          <a:xfrm>
            <a:off x="66232" y="1711650"/>
            <a:ext cx="1500300" cy="462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Lexend"/>
                <a:ea typeface="Lexend"/>
                <a:cs typeface="Lexend"/>
                <a:sym typeface="Lexend"/>
              </a:rPr>
              <a:t>Unit Tests</a:t>
            </a:r>
            <a:endParaRPr sz="1600">
              <a:solidFill>
                <a:schemeClr val="dk1"/>
              </a:solidFill>
              <a:latin typeface="Lexend"/>
              <a:ea typeface="Lexend"/>
              <a:cs typeface="Lexend"/>
              <a:sym typeface="Lexend"/>
            </a:endParaRPr>
          </a:p>
        </p:txBody>
      </p:sp>
      <p:sp>
        <p:nvSpPr>
          <p:cNvPr id="2169" name="Google Shape;2169;p59"/>
          <p:cNvSpPr/>
          <p:nvPr/>
        </p:nvSpPr>
        <p:spPr>
          <a:xfrm>
            <a:off x="2354491" y="1708725"/>
            <a:ext cx="1500300" cy="462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Lexend"/>
                <a:ea typeface="Lexend"/>
                <a:cs typeface="Lexend"/>
                <a:sym typeface="Lexend"/>
              </a:rPr>
              <a:t>Integration Tests</a:t>
            </a:r>
            <a:endParaRPr sz="1600">
              <a:solidFill>
                <a:schemeClr val="dk1"/>
              </a:solidFill>
              <a:latin typeface="Lexend"/>
              <a:ea typeface="Lexend"/>
              <a:cs typeface="Lexend"/>
              <a:sym typeface="Lexend"/>
            </a:endParaRPr>
          </a:p>
        </p:txBody>
      </p:sp>
      <p:sp>
        <p:nvSpPr>
          <p:cNvPr id="2170" name="Google Shape;2170;p59"/>
          <p:cNvSpPr/>
          <p:nvPr/>
        </p:nvSpPr>
        <p:spPr>
          <a:xfrm>
            <a:off x="4642862" y="2312600"/>
            <a:ext cx="2199000" cy="25815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71" name="Google Shape;2171;p59"/>
          <p:cNvGrpSpPr/>
          <p:nvPr/>
        </p:nvGrpSpPr>
        <p:grpSpPr>
          <a:xfrm>
            <a:off x="4700987" y="2413915"/>
            <a:ext cx="277873" cy="68400"/>
            <a:chOff x="411700" y="2416840"/>
            <a:chExt cx="277873" cy="68400"/>
          </a:xfrm>
        </p:grpSpPr>
        <p:sp>
          <p:nvSpPr>
            <p:cNvPr id="2172" name="Google Shape;2172;p59"/>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3" name="Google Shape;2173;p59"/>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4" name="Google Shape;2174;p59"/>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75" name="Google Shape;2175;p59"/>
          <p:cNvSpPr txBox="1"/>
          <p:nvPr>
            <p:ph idx="4294967295" type="subTitle"/>
          </p:nvPr>
        </p:nvSpPr>
        <p:spPr>
          <a:xfrm>
            <a:off x="4498113" y="2545275"/>
            <a:ext cx="2343900" cy="2216400"/>
          </a:xfrm>
          <a:prstGeom prst="rect">
            <a:avLst/>
          </a:prstGeom>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SzPts val="1200"/>
              <a:buFont typeface="Lexend Light"/>
              <a:buChar char="●"/>
            </a:pPr>
            <a:r>
              <a:rPr lang="en"/>
              <a:t>Simulate full API workflows from user actions to DB persistence.</a:t>
            </a:r>
            <a:br>
              <a:rPr lang="en"/>
            </a:br>
            <a:endParaRPr/>
          </a:p>
          <a:p>
            <a:pPr indent="-304800" lvl="0" marL="457200" marR="0" rtl="0" algn="l">
              <a:lnSpc>
                <a:spcPct val="100000"/>
              </a:lnSpc>
              <a:spcBef>
                <a:spcPts val="0"/>
              </a:spcBef>
              <a:spcAft>
                <a:spcPts val="0"/>
              </a:spcAft>
              <a:buSzPts val="1200"/>
              <a:buFont typeface="Lexend Light"/>
              <a:buChar char="●"/>
            </a:pPr>
            <a:r>
              <a:rPr lang="en"/>
              <a:t>Tools: Jest + Supertest + mock database (SQLite in-memory).</a:t>
            </a:r>
            <a:endParaRPr sz="1100">
              <a:latin typeface="Arial"/>
              <a:ea typeface="Arial"/>
              <a:cs typeface="Arial"/>
              <a:sym typeface="Arial"/>
            </a:endParaRPr>
          </a:p>
          <a:p>
            <a:pPr indent="0" lvl="0" marL="457200" marR="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176" name="Google Shape;2176;p59"/>
          <p:cNvSpPr/>
          <p:nvPr/>
        </p:nvSpPr>
        <p:spPr>
          <a:xfrm>
            <a:off x="4642862" y="1708725"/>
            <a:ext cx="1500300" cy="4626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Lexend"/>
                <a:ea typeface="Lexend"/>
                <a:cs typeface="Lexend"/>
                <a:sym typeface="Lexend"/>
              </a:rPr>
              <a:t>Acceptance Tests</a:t>
            </a:r>
            <a:endParaRPr sz="1600">
              <a:solidFill>
                <a:schemeClr val="dk1"/>
              </a:solidFill>
              <a:latin typeface="Lexend"/>
              <a:ea typeface="Lexend"/>
              <a:cs typeface="Lexend"/>
              <a:sym typeface="Lexend"/>
            </a:endParaRPr>
          </a:p>
        </p:txBody>
      </p:sp>
      <p:sp>
        <p:nvSpPr>
          <p:cNvPr id="2177" name="Google Shape;2177;p59"/>
          <p:cNvSpPr/>
          <p:nvPr/>
        </p:nvSpPr>
        <p:spPr>
          <a:xfrm>
            <a:off x="6917238" y="2315525"/>
            <a:ext cx="2199000" cy="25815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178" name="Google Shape;2178;p59"/>
          <p:cNvGrpSpPr/>
          <p:nvPr/>
        </p:nvGrpSpPr>
        <p:grpSpPr>
          <a:xfrm>
            <a:off x="6984995" y="2416840"/>
            <a:ext cx="277873" cy="68400"/>
            <a:chOff x="411700" y="2416840"/>
            <a:chExt cx="277873" cy="68400"/>
          </a:xfrm>
        </p:grpSpPr>
        <p:sp>
          <p:nvSpPr>
            <p:cNvPr id="2179" name="Google Shape;2179;p59"/>
            <p:cNvSpPr/>
            <p:nvPr/>
          </p:nvSpPr>
          <p:spPr>
            <a:xfrm>
              <a:off x="411700"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0" name="Google Shape;2180;p59"/>
            <p:cNvSpPr/>
            <p:nvPr/>
          </p:nvSpPr>
          <p:spPr>
            <a:xfrm>
              <a:off x="516436"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1" name="Google Shape;2181;p59"/>
            <p:cNvSpPr/>
            <p:nvPr/>
          </p:nvSpPr>
          <p:spPr>
            <a:xfrm>
              <a:off x="621173"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82" name="Google Shape;2182;p59"/>
          <p:cNvSpPr txBox="1"/>
          <p:nvPr>
            <p:ph idx="4294967295" type="subTitle"/>
          </p:nvPr>
        </p:nvSpPr>
        <p:spPr>
          <a:xfrm>
            <a:off x="6772490" y="2548200"/>
            <a:ext cx="2343900" cy="2216400"/>
          </a:xfrm>
          <a:prstGeom prst="rect">
            <a:avLst/>
          </a:prstGeom>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SzPts val="1200"/>
              <a:buFont typeface="Lexend Light"/>
              <a:buChar char="●"/>
            </a:pPr>
            <a:r>
              <a:rPr lang="en"/>
              <a:t>Every GitHub PR triggers Jest tests and linting through GitHub Actions.</a:t>
            </a:r>
            <a:br>
              <a:rPr lang="en"/>
            </a:br>
            <a:endParaRPr/>
          </a:p>
          <a:p>
            <a:pPr indent="-304800" lvl="0" marL="457200" marR="0" rtl="0" algn="l">
              <a:lnSpc>
                <a:spcPct val="100000"/>
              </a:lnSpc>
              <a:spcBef>
                <a:spcPts val="0"/>
              </a:spcBef>
              <a:spcAft>
                <a:spcPts val="0"/>
              </a:spcAft>
              <a:buSzPts val="1200"/>
              <a:buFont typeface="Lexend Light"/>
              <a:buChar char="●"/>
            </a:pPr>
            <a:r>
              <a:rPr lang="en"/>
              <a:t>Manual system tests run with Postman collections.</a:t>
            </a:r>
            <a:endParaRPr/>
          </a:p>
          <a:p>
            <a:pPr indent="0" lvl="0" marL="457200" marR="0" rtl="0" algn="l">
              <a:lnSpc>
                <a:spcPct val="100000"/>
              </a:lnSpc>
              <a:spcBef>
                <a:spcPts val="0"/>
              </a:spcBef>
              <a:spcAft>
                <a:spcPts val="0"/>
              </a:spcAft>
              <a:buNone/>
            </a:pPr>
            <a:r>
              <a:t/>
            </a:r>
            <a:endParaRPr/>
          </a:p>
          <a:p>
            <a:pPr indent="0" lvl="0" marL="457200" marR="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183" name="Google Shape;2183;p59"/>
          <p:cNvSpPr/>
          <p:nvPr/>
        </p:nvSpPr>
        <p:spPr>
          <a:xfrm>
            <a:off x="6917238" y="1711650"/>
            <a:ext cx="1500300" cy="462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Lexend"/>
                <a:ea typeface="Lexend"/>
                <a:cs typeface="Lexend"/>
                <a:sym typeface="Lexend"/>
              </a:rPr>
              <a:t>CI/CD</a:t>
            </a:r>
            <a:endParaRPr sz="1600">
              <a:solidFill>
                <a:schemeClr val="dk1"/>
              </a:solidFill>
              <a:latin typeface="Lexend"/>
              <a:ea typeface="Lexend"/>
              <a:cs typeface="Lexend"/>
              <a:sym typeface="Lexend"/>
            </a:endParaRPr>
          </a:p>
        </p:txBody>
      </p:sp>
      <p:pic>
        <p:nvPicPr>
          <p:cNvPr id="2184" name="Google Shape;2184;p59"/>
          <p:cNvPicPr preferRelativeResize="0"/>
          <p:nvPr/>
        </p:nvPicPr>
        <p:blipFill>
          <a:blip r:embed="rId3">
            <a:alphaModFix/>
          </a:blip>
          <a:stretch>
            <a:fillRect/>
          </a:stretch>
        </p:blipFill>
        <p:spPr>
          <a:xfrm>
            <a:off x="3914088" y="609775"/>
            <a:ext cx="3762375" cy="476250"/>
          </a:xfrm>
          <a:prstGeom prst="rect">
            <a:avLst/>
          </a:prstGeom>
          <a:noFill/>
          <a:ln>
            <a:noFill/>
          </a:ln>
        </p:spPr>
      </p:pic>
      <p:sp>
        <p:nvSpPr>
          <p:cNvPr id="2185" name="Google Shape;2185;p59"/>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9" name="Shape 2189"/>
        <p:cNvGrpSpPr/>
        <p:nvPr/>
      </p:nvGrpSpPr>
      <p:grpSpPr>
        <a:xfrm>
          <a:off x="0" y="0"/>
          <a:ext cx="0" cy="0"/>
          <a:chOff x="0" y="0"/>
          <a:chExt cx="0" cy="0"/>
        </a:xfrm>
      </p:grpSpPr>
      <p:grpSp>
        <p:nvGrpSpPr>
          <p:cNvPr id="2190" name="Google Shape;2190;p60"/>
          <p:cNvGrpSpPr/>
          <p:nvPr/>
        </p:nvGrpSpPr>
        <p:grpSpPr>
          <a:xfrm>
            <a:off x="165200" y="284425"/>
            <a:ext cx="2957420" cy="902350"/>
            <a:chOff x="1209149" y="2242475"/>
            <a:chExt cx="1698300" cy="902350"/>
          </a:xfrm>
        </p:grpSpPr>
        <p:sp>
          <p:nvSpPr>
            <p:cNvPr id="2191" name="Google Shape;2191;p60"/>
            <p:cNvSpPr/>
            <p:nvPr/>
          </p:nvSpPr>
          <p:spPr>
            <a:xfrm>
              <a:off x="1230200" y="2242475"/>
              <a:ext cx="411300" cy="816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2" name="Google Shape;2192;p60"/>
            <p:cNvSpPr/>
            <p:nvPr/>
          </p:nvSpPr>
          <p:spPr>
            <a:xfrm>
              <a:off x="1209149" y="2318025"/>
              <a:ext cx="1698300" cy="826800"/>
            </a:xfrm>
            <a:prstGeom prst="roundRect">
              <a:avLst>
                <a:gd fmla="val 526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900">
                  <a:solidFill>
                    <a:schemeClr val="dk1"/>
                  </a:solidFill>
                  <a:latin typeface="Lexend"/>
                  <a:ea typeface="Lexend"/>
                  <a:cs typeface="Lexend"/>
                  <a:sym typeface="Lexend"/>
                </a:rPr>
                <a:t>Manual Testing</a:t>
              </a:r>
              <a:endParaRPr sz="2900"/>
            </a:p>
          </p:txBody>
        </p:sp>
        <p:cxnSp>
          <p:nvCxnSpPr>
            <p:cNvPr id="2193" name="Google Shape;2193;p60"/>
            <p:cNvCxnSpPr/>
            <p:nvPr/>
          </p:nvCxnSpPr>
          <p:spPr>
            <a:xfrm>
              <a:off x="1209990" y="3091250"/>
              <a:ext cx="1256700" cy="0"/>
            </a:xfrm>
            <a:prstGeom prst="straightConnector1">
              <a:avLst/>
            </a:prstGeom>
            <a:noFill/>
            <a:ln cap="flat" cmpd="sng" w="9525">
              <a:solidFill>
                <a:schemeClr val="accent2"/>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2194" name="Google Shape;2194;p60"/>
          <p:cNvSpPr txBox="1"/>
          <p:nvPr/>
        </p:nvSpPr>
        <p:spPr>
          <a:xfrm>
            <a:off x="1195275" y="1866461"/>
            <a:ext cx="5866800" cy="2047200"/>
          </a:xfrm>
          <a:prstGeom prst="rect">
            <a:avLst/>
          </a:prstGeom>
          <a:noFill/>
          <a:ln>
            <a:noFill/>
          </a:ln>
        </p:spPr>
        <p:txBody>
          <a:bodyPr anchorCtr="0" anchor="ctr" bIns="91425" lIns="91425" spcFirstLastPara="1" rIns="91425" wrap="square" tIns="91425">
            <a:spAutoFit/>
          </a:bodyPr>
          <a:lstStyle/>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Screen Traversal: Verify that all screens (Home, Study, GameMenu, Settings) are accessible.</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Clock Behavior: Ensure countdown ends correctly and switches state.</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Data Persistence: Confirm sessions remain after app restarts.</a:t>
            </a:r>
            <a:br>
              <a:rPr lang="en" sz="1200">
                <a:solidFill>
                  <a:schemeClr val="dk1"/>
                </a:solidFill>
                <a:latin typeface="Lexend Light"/>
                <a:ea typeface="Lexend Light"/>
                <a:cs typeface="Lexend Light"/>
                <a:sym typeface="Lexend Light"/>
              </a:rPr>
            </a:br>
            <a:endParaRPr sz="1200">
              <a:solidFill>
                <a:schemeClr val="dk1"/>
              </a:solidFill>
              <a:latin typeface="Lexend Light"/>
              <a:ea typeface="Lexend Light"/>
              <a:cs typeface="Lexend Light"/>
              <a:sym typeface="Lexend Light"/>
            </a:endParaRPr>
          </a:p>
          <a:p>
            <a:pPr indent="-304800" lvl="0" marL="457200" marR="0" rtl="0" algn="l">
              <a:lnSpc>
                <a:spcPct val="100000"/>
              </a:lnSpc>
              <a:spcBef>
                <a:spcPts val="0"/>
              </a:spcBef>
              <a:spcAft>
                <a:spcPts val="0"/>
              </a:spcAft>
              <a:buClr>
                <a:schemeClr val="dk1"/>
              </a:buClr>
              <a:buSzPts val="1200"/>
              <a:buFont typeface="Lexend Light"/>
              <a:buChar char="●"/>
            </a:pPr>
            <a:r>
              <a:rPr lang="en" sz="1200">
                <a:solidFill>
                  <a:schemeClr val="dk1"/>
                </a:solidFill>
                <a:latin typeface="Lexend Light"/>
                <a:ea typeface="Lexend Light"/>
                <a:cs typeface="Lexend Light"/>
                <a:sym typeface="Lexend Light"/>
              </a:rPr>
              <a:t>Bug Tracking: Failures recorded in Jira (e.g., KAN-214 – Timer increment issue).</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p:txBody>
      </p:sp>
      <p:sp>
        <p:nvSpPr>
          <p:cNvPr id="2195" name="Google Shape;2195;p60"/>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61"/>
          <p:cNvSpPr/>
          <p:nvPr/>
        </p:nvSpPr>
        <p:spPr>
          <a:xfrm>
            <a:off x="311700" y="1691775"/>
            <a:ext cx="4400400" cy="2433000"/>
          </a:xfrm>
          <a:prstGeom prst="roundRect">
            <a:avLst>
              <a:gd fmla="val 4803"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1" name="Google Shape;2201;p61"/>
          <p:cNvSpPr txBox="1"/>
          <p:nvPr>
            <p:ph idx="4" type="subTitle"/>
          </p:nvPr>
        </p:nvSpPr>
        <p:spPr>
          <a:xfrm>
            <a:off x="414300" y="1941425"/>
            <a:ext cx="4907100" cy="1847100"/>
          </a:xfrm>
          <a:prstGeom prst="rect">
            <a:avLst/>
          </a:prstGeom>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SzPts val="1200"/>
              <a:buFont typeface="Lexend Light"/>
              <a:buChar char="●"/>
            </a:pPr>
            <a:r>
              <a:rPr lang="en"/>
              <a:t>CI/CD via GitHub Actions (.github/workflows/github-actions.yml).</a:t>
            </a:r>
            <a:br>
              <a:rPr lang="en"/>
            </a:br>
            <a:endParaRPr/>
          </a:p>
          <a:p>
            <a:pPr indent="-304800" lvl="0" marL="457200" marR="0" rtl="0" algn="l">
              <a:lnSpc>
                <a:spcPct val="100000"/>
              </a:lnSpc>
              <a:spcBef>
                <a:spcPts val="0"/>
              </a:spcBef>
              <a:spcAft>
                <a:spcPts val="0"/>
              </a:spcAft>
              <a:buSzPts val="1200"/>
              <a:buFont typeface="Lexend Light"/>
              <a:buChar char="●"/>
            </a:pPr>
            <a:r>
              <a:rPr lang="en"/>
              <a:t>Trigger on PR to develop or main.</a:t>
            </a:r>
            <a:br>
              <a:rPr lang="en"/>
            </a:br>
            <a:endParaRPr/>
          </a:p>
          <a:p>
            <a:pPr indent="-304800" lvl="0" marL="457200" marR="0" rtl="0" algn="l">
              <a:lnSpc>
                <a:spcPct val="100000"/>
              </a:lnSpc>
              <a:spcBef>
                <a:spcPts val="0"/>
              </a:spcBef>
              <a:spcAft>
                <a:spcPts val="0"/>
              </a:spcAft>
              <a:buSzPts val="1200"/>
              <a:buFont typeface="Lexend Light"/>
              <a:buChar char="●"/>
            </a:pPr>
            <a:r>
              <a:rPr lang="en"/>
              <a:t>Runs: Linting, Jest Tests, Docker build.</a:t>
            </a:r>
            <a:br>
              <a:rPr lang="en"/>
            </a:br>
            <a:endParaRPr/>
          </a:p>
          <a:p>
            <a:pPr indent="-304800" lvl="0" marL="457200" marR="0" rtl="0" algn="l">
              <a:lnSpc>
                <a:spcPct val="100000"/>
              </a:lnSpc>
              <a:spcBef>
                <a:spcPts val="0"/>
              </a:spcBef>
              <a:spcAft>
                <a:spcPts val="0"/>
              </a:spcAft>
              <a:buSzPts val="1200"/>
              <a:buFont typeface="Lexend Light"/>
              <a:buChar char="●"/>
            </a:pPr>
            <a:r>
              <a:rPr lang="en"/>
              <a:t>CD step: Auto-build container (manual deploy to Heroku/AWS).</a:t>
            </a:r>
            <a:endParaRPr/>
          </a:p>
        </p:txBody>
      </p:sp>
      <p:grpSp>
        <p:nvGrpSpPr>
          <p:cNvPr id="2202" name="Google Shape;2202;p61"/>
          <p:cNvGrpSpPr/>
          <p:nvPr/>
        </p:nvGrpSpPr>
        <p:grpSpPr>
          <a:xfrm>
            <a:off x="414305" y="1764210"/>
            <a:ext cx="277873" cy="68400"/>
            <a:chOff x="412745" y="2419159"/>
            <a:chExt cx="277873" cy="68400"/>
          </a:xfrm>
        </p:grpSpPr>
        <p:sp>
          <p:nvSpPr>
            <p:cNvPr id="2203" name="Google Shape;2203;p61"/>
            <p:cNvSpPr/>
            <p:nvPr/>
          </p:nvSpPr>
          <p:spPr>
            <a:xfrm>
              <a:off x="412745"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4" name="Google Shape;2204;p61"/>
            <p:cNvSpPr/>
            <p:nvPr/>
          </p:nvSpPr>
          <p:spPr>
            <a:xfrm>
              <a:off x="517482"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5" name="Google Shape;2205;p61"/>
            <p:cNvSpPr/>
            <p:nvPr/>
          </p:nvSpPr>
          <p:spPr>
            <a:xfrm>
              <a:off x="622218"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06" name="Google Shape;2206;p61"/>
          <p:cNvSpPr txBox="1"/>
          <p:nvPr>
            <p:ph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CI/CD &amp; Deployment</a:t>
            </a:r>
            <a:endParaRPr sz="3600"/>
          </a:p>
        </p:txBody>
      </p:sp>
      <p:pic>
        <p:nvPicPr>
          <p:cNvPr id="2207" name="Google Shape;2207;p61"/>
          <p:cNvPicPr preferRelativeResize="0"/>
          <p:nvPr/>
        </p:nvPicPr>
        <p:blipFill>
          <a:blip r:embed="rId3">
            <a:alphaModFix/>
          </a:blip>
          <a:stretch>
            <a:fillRect/>
          </a:stretch>
        </p:blipFill>
        <p:spPr>
          <a:xfrm>
            <a:off x="4390475" y="1022146"/>
            <a:ext cx="4400401" cy="2206529"/>
          </a:xfrm>
          <a:prstGeom prst="rect">
            <a:avLst/>
          </a:prstGeom>
          <a:noFill/>
          <a:ln>
            <a:noFill/>
          </a:ln>
        </p:spPr>
      </p:pic>
      <p:sp>
        <p:nvSpPr>
          <p:cNvPr id="2208" name="Google Shape;2208;p61"/>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62"/>
          <p:cNvSpPr txBox="1"/>
          <p:nvPr/>
        </p:nvSpPr>
        <p:spPr>
          <a:xfrm>
            <a:off x="1195275" y="1577500"/>
            <a:ext cx="3875100" cy="19086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Security (Input Sanitization)</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Unified UI design</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True realization of Buddy (It did grow in Statistics but won’t die)</a:t>
            </a:r>
            <a:endParaRPr sz="1300">
              <a:solidFill>
                <a:schemeClr val="dk1"/>
              </a:solidFill>
              <a:latin typeface="Lexend Light"/>
              <a:ea typeface="Lexend Light"/>
              <a:cs typeface="Lexend Light"/>
              <a:sym typeface="Lexend Light"/>
            </a:endParaRPr>
          </a:p>
          <a:p>
            <a:pPr indent="0" lvl="0" marL="457200" marR="0" rtl="0" algn="l">
              <a:lnSpc>
                <a:spcPct val="100000"/>
              </a:lnSpc>
              <a:spcBef>
                <a:spcPts val="0"/>
              </a:spcBef>
              <a:spcAft>
                <a:spcPts val="0"/>
              </a:spcAft>
              <a:buNone/>
            </a:pPr>
            <a:r>
              <a:t/>
            </a:r>
            <a:endParaRPr sz="1300">
              <a:solidFill>
                <a:schemeClr val="dk1"/>
              </a:solidFill>
              <a:latin typeface="Lexend Light"/>
              <a:ea typeface="Lexend Light"/>
              <a:cs typeface="Lexend Light"/>
              <a:sym typeface="Lexend Light"/>
            </a:endParaRPr>
          </a:p>
          <a:p>
            <a:pPr indent="-311150" lvl="0" marL="457200" marR="0" rtl="0" algn="l">
              <a:lnSpc>
                <a:spcPct val="100000"/>
              </a:lnSpc>
              <a:spcBef>
                <a:spcPts val="0"/>
              </a:spcBef>
              <a:spcAft>
                <a:spcPts val="0"/>
              </a:spcAft>
              <a:buClr>
                <a:schemeClr val="dk1"/>
              </a:buClr>
              <a:buSzPts val="1300"/>
              <a:buFont typeface="Lexend Light"/>
              <a:buChar char="●"/>
            </a:pPr>
            <a:r>
              <a:rPr lang="en" sz="1300">
                <a:solidFill>
                  <a:schemeClr val="dk1"/>
                </a:solidFill>
                <a:latin typeface="Lexend Light"/>
                <a:ea typeface="Lexend Light"/>
                <a:cs typeface="Lexend Light"/>
                <a:sym typeface="Lexend Light"/>
              </a:rPr>
              <a:t>Customizing Buddy</a:t>
            </a:r>
            <a:endParaRPr sz="1300">
              <a:solidFill>
                <a:schemeClr val="dk1"/>
              </a:solidFill>
              <a:latin typeface="Lexend Light"/>
              <a:ea typeface="Lexend Light"/>
              <a:cs typeface="Lexend Light"/>
              <a:sym typeface="Lexend Light"/>
            </a:endParaRPr>
          </a:p>
          <a:p>
            <a:pPr indent="0" lvl="0" marL="0" rtl="0" algn="l">
              <a:spcBef>
                <a:spcPts val="0"/>
              </a:spcBef>
              <a:spcAft>
                <a:spcPts val="0"/>
              </a:spcAft>
              <a:buNone/>
            </a:pPr>
            <a:r>
              <a:t/>
            </a:r>
            <a:endParaRPr sz="800">
              <a:solidFill>
                <a:schemeClr val="dk1"/>
              </a:solidFill>
              <a:latin typeface="Lexend Light"/>
              <a:ea typeface="Lexend Light"/>
              <a:cs typeface="Lexend Light"/>
              <a:sym typeface="Lexend Light"/>
            </a:endParaRPr>
          </a:p>
        </p:txBody>
      </p:sp>
      <p:sp>
        <p:nvSpPr>
          <p:cNvPr id="2214" name="Google Shape;2214;p62"/>
          <p:cNvSpPr txBox="1"/>
          <p:nvPr>
            <p:ph idx="4294967295"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Our Next Step</a:t>
            </a:r>
            <a:endParaRPr sz="3600"/>
          </a:p>
        </p:txBody>
      </p:sp>
      <p:sp>
        <p:nvSpPr>
          <p:cNvPr id="2215" name="Google Shape;2215;p62"/>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9" name="Shape 2219"/>
        <p:cNvGrpSpPr/>
        <p:nvPr/>
      </p:nvGrpSpPr>
      <p:grpSpPr>
        <a:xfrm>
          <a:off x="0" y="0"/>
          <a:ext cx="0" cy="0"/>
          <a:chOff x="0" y="0"/>
          <a:chExt cx="0" cy="0"/>
        </a:xfrm>
      </p:grpSpPr>
      <p:sp>
        <p:nvSpPr>
          <p:cNvPr id="2220" name="Google Shape;2220;p63"/>
          <p:cNvSpPr txBox="1"/>
          <p:nvPr>
            <p:ph idx="4294967295" type="title"/>
          </p:nvPr>
        </p:nvSpPr>
        <p:spPr>
          <a:xfrm>
            <a:off x="209775" y="468575"/>
            <a:ext cx="50160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600"/>
              <a:t>Demo</a:t>
            </a:r>
            <a:endParaRPr sz="3600"/>
          </a:p>
        </p:txBody>
      </p:sp>
      <p:sp>
        <p:nvSpPr>
          <p:cNvPr id="2221" name="Google Shape;2221;p63"/>
          <p:cNvSpPr txBox="1"/>
          <p:nvPr/>
        </p:nvSpPr>
        <p:spPr>
          <a:xfrm>
            <a:off x="7744150" y="-550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Sora"/>
                <a:ea typeface="Sora"/>
                <a:cs typeface="Sora"/>
                <a:sym typeface="Sora"/>
              </a:rPr>
              <a:t>Study Buddy App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