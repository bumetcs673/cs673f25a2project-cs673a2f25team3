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0" r:id="rId4"/>
    <p:sldMasterId id="214748371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Fredoka"/>
      <p:regular r:id="rId57"/>
      <p:bold r:id="rId58"/>
    </p:embeddedFont>
    <p:embeddedFont>
      <p:font typeface="Darker Grotesque Medium"/>
      <p:regular r:id="rId59"/>
      <p:bold r:id="rId60"/>
    </p:embeddedFont>
    <p:embeddedFont>
      <p:font typeface="Work Sans Medium"/>
      <p:regular r:id="rId61"/>
      <p:bold r:id="rId62"/>
      <p:italic r:id="rId63"/>
      <p:boldItalic r:id="rId64"/>
    </p:embeddedFont>
    <p:embeddedFont>
      <p:font typeface="Days One"/>
      <p:regular r:id="rId65"/>
    </p:embeddedFont>
    <p:embeddedFont>
      <p:font typeface="Darker Grotesque"/>
      <p:regular r:id="rId66"/>
      <p:bold r:id="rId67"/>
    </p:embeddedFont>
    <p:embeddedFont>
      <p:font typeface="Darker Grotesque SemiBold"/>
      <p:regular r:id="rId68"/>
      <p:bold r:id="rId69"/>
    </p:embeddedFont>
    <p:embeddedFont>
      <p:font typeface="Work Sans"/>
      <p:regular r:id="rId70"/>
      <p:bold r:id="rId71"/>
      <p:italic r:id="rId72"/>
      <p:boldItalic r:id="rId73"/>
    </p:embeddedFont>
    <p:embeddedFont>
      <p:font typeface="Work Sans SemiBold"/>
      <p:regular r:id="rId74"/>
      <p:bold r:id="rId75"/>
      <p:italic r:id="rId76"/>
      <p:boldItalic r:id="rId77"/>
    </p:embeddedFont>
    <p:embeddedFont>
      <p:font typeface="Space Grotesk Medium"/>
      <p:regular r:id="rId78"/>
      <p:bold r:id="rId79"/>
    </p:embeddedFont>
    <p:embeddedFont>
      <p:font typeface="Albert Sans"/>
      <p:regular r:id="rId80"/>
      <p:bold r:id="rId81"/>
      <p:italic r:id="rId82"/>
      <p:boldItalic r:id="rId83"/>
    </p:embeddedFont>
    <p:embeddedFont>
      <p:font typeface="Space Grotesk"/>
      <p:bold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SpaceGrotesk-bold.fntdata"/><Relationship Id="rId83" Type="http://schemas.openxmlformats.org/officeDocument/2006/relationships/font" Target="fonts/AlbertSans-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AlbertSans-regular.fntdata"/><Relationship Id="rId82" Type="http://schemas.openxmlformats.org/officeDocument/2006/relationships/font" Target="fonts/AlbertSans-italic.fntdata"/><Relationship Id="rId81" Type="http://schemas.openxmlformats.org/officeDocument/2006/relationships/font" Target="fonts/Albert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WorkSans-boldItalic.fntdata"/><Relationship Id="rId72" Type="http://schemas.openxmlformats.org/officeDocument/2006/relationships/font" Target="fonts/WorkSans-italic.fntdata"/><Relationship Id="rId31" Type="http://schemas.openxmlformats.org/officeDocument/2006/relationships/slide" Target="slides/slide25.xml"/><Relationship Id="rId75" Type="http://schemas.openxmlformats.org/officeDocument/2006/relationships/font" Target="fonts/WorkSansSemiBold-bold.fntdata"/><Relationship Id="rId30" Type="http://schemas.openxmlformats.org/officeDocument/2006/relationships/slide" Target="slides/slide24.xml"/><Relationship Id="rId74" Type="http://schemas.openxmlformats.org/officeDocument/2006/relationships/font" Target="fonts/WorkSansSemiBold-regular.fntdata"/><Relationship Id="rId33" Type="http://schemas.openxmlformats.org/officeDocument/2006/relationships/slide" Target="slides/slide27.xml"/><Relationship Id="rId77" Type="http://schemas.openxmlformats.org/officeDocument/2006/relationships/font" Target="fonts/WorkSansSemiBold-boldItalic.fntdata"/><Relationship Id="rId32" Type="http://schemas.openxmlformats.org/officeDocument/2006/relationships/slide" Target="slides/slide26.xml"/><Relationship Id="rId76" Type="http://schemas.openxmlformats.org/officeDocument/2006/relationships/font" Target="fonts/WorkSansSemiBold-italic.fntdata"/><Relationship Id="rId35" Type="http://schemas.openxmlformats.org/officeDocument/2006/relationships/slide" Target="slides/slide29.xml"/><Relationship Id="rId79" Type="http://schemas.openxmlformats.org/officeDocument/2006/relationships/font" Target="fonts/SpaceGroteskMedium-bold.fntdata"/><Relationship Id="rId34" Type="http://schemas.openxmlformats.org/officeDocument/2006/relationships/slide" Target="slides/slide28.xml"/><Relationship Id="rId78" Type="http://schemas.openxmlformats.org/officeDocument/2006/relationships/font" Target="fonts/SpaceGroteskMedium-regular.fntdata"/><Relationship Id="rId71" Type="http://schemas.openxmlformats.org/officeDocument/2006/relationships/font" Target="fonts/WorkSans-bold.fntdata"/><Relationship Id="rId70" Type="http://schemas.openxmlformats.org/officeDocument/2006/relationships/font" Target="fonts/WorkSans-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WorkSansMedium-bold.fntdata"/><Relationship Id="rId61" Type="http://schemas.openxmlformats.org/officeDocument/2006/relationships/font" Target="fonts/WorkSansMedium-regular.fntdata"/><Relationship Id="rId20" Type="http://schemas.openxmlformats.org/officeDocument/2006/relationships/slide" Target="slides/slide14.xml"/><Relationship Id="rId64" Type="http://schemas.openxmlformats.org/officeDocument/2006/relationships/font" Target="fonts/WorkSansMedium-boldItalic.fntdata"/><Relationship Id="rId63" Type="http://schemas.openxmlformats.org/officeDocument/2006/relationships/font" Target="fonts/WorkSansMedium-italic.fntdata"/><Relationship Id="rId22" Type="http://schemas.openxmlformats.org/officeDocument/2006/relationships/slide" Target="slides/slide16.xml"/><Relationship Id="rId66" Type="http://schemas.openxmlformats.org/officeDocument/2006/relationships/font" Target="fonts/DarkerGrotesque-regular.fntdata"/><Relationship Id="rId21" Type="http://schemas.openxmlformats.org/officeDocument/2006/relationships/slide" Target="slides/slide15.xml"/><Relationship Id="rId65" Type="http://schemas.openxmlformats.org/officeDocument/2006/relationships/font" Target="fonts/DaysOne-regular.fntdata"/><Relationship Id="rId24" Type="http://schemas.openxmlformats.org/officeDocument/2006/relationships/slide" Target="slides/slide18.xml"/><Relationship Id="rId68" Type="http://schemas.openxmlformats.org/officeDocument/2006/relationships/font" Target="fonts/DarkerGrotesqueSemiBold-regular.fntdata"/><Relationship Id="rId23" Type="http://schemas.openxmlformats.org/officeDocument/2006/relationships/slide" Target="slides/slide17.xml"/><Relationship Id="rId67" Type="http://schemas.openxmlformats.org/officeDocument/2006/relationships/font" Target="fonts/DarkerGrotesque-bold.fntdata"/><Relationship Id="rId60" Type="http://schemas.openxmlformats.org/officeDocument/2006/relationships/font" Target="fonts/DarkerGrotesqueMedium-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DarkerGrotesqueSemiBold-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Fredoka-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DarkerGrotesqueMedium-regular.fntdata"/><Relationship Id="rId14" Type="http://schemas.openxmlformats.org/officeDocument/2006/relationships/slide" Target="slides/slide8.xml"/><Relationship Id="rId58" Type="http://schemas.openxmlformats.org/officeDocument/2006/relationships/font" Target="fonts/Fredok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a7711afa8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3a7711afa8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a7711afa87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a7711afa87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Picture, name, and role of all members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a7711afa87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a7711afa87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Elijah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Describe the goal of the project.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ac9e30e8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ac9e30e8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c9e30e87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ac9e30e8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ac9e30e87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ac9e30e87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a7711afa87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a7711afa87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Melissa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Have demo that shows these aspects: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Signing up and logging in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Changing the settings for the Buddy</a:t>
            </a:r>
            <a:br>
              <a:rPr lang="en">
                <a:solidFill>
                  <a:schemeClr val="dk1"/>
                </a:solidFill>
              </a:rPr>
            </a:br>
            <a:r>
              <a:rPr lang="en">
                <a:solidFill>
                  <a:schemeClr val="dk1"/>
                </a:solidFill>
              </a:rPr>
              <a:t>Studying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Playing the game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Not studying - thus dying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ab7a8ef8b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ab7a8ef8b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a7711afa87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a7711afa87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Meetings</a:t>
            </a:r>
            <a:endParaRPr/>
          </a:p>
          <a:p>
            <a:pPr indent="0" lvl="0" marL="0" rtl="0" algn="l">
              <a:spcBef>
                <a:spcPts val="0"/>
              </a:spcBef>
              <a:spcAft>
                <a:spcPts val="0"/>
              </a:spcAft>
              <a:buNone/>
            </a:pPr>
            <a:r>
              <a:rPr lang="en"/>
              <a:t>Reminders</a:t>
            </a:r>
            <a:endParaRPr/>
          </a:p>
          <a:p>
            <a:pPr indent="0" lvl="0" marL="0" rtl="0" algn="l">
              <a:spcBef>
                <a:spcPts val="0"/>
              </a:spcBef>
              <a:spcAft>
                <a:spcPts val="0"/>
              </a:spcAft>
              <a:buNone/>
            </a:pPr>
            <a:r>
              <a:rPr lang="en"/>
              <a:t>Deadlines</a:t>
            </a:r>
            <a:endParaRPr/>
          </a:p>
          <a:p>
            <a:pPr indent="0" lvl="0" marL="0" rtl="0" algn="l">
              <a:spcBef>
                <a:spcPts val="0"/>
              </a:spcBef>
              <a:spcAft>
                <a:spcPts val="0"/>
              </a:spcAft>
              <a:buNone/>
            </a:pPr>
            <a:r>
              <a:rPr lang="en"/>
              <a:t>Updating Jira to track progress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ab7a8ef8b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ab7a8ef8b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ab7a8ef8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ab7a8ef8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a7711afa87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a7711afa87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Shinu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Building </a:t>
            </a:r>
            <a:r>
              <a:rPr lang="en"/>
              <a:t>original</a:t>
            </a:r>
            <a:r>
              <a:rPr lang="en"/>
              <a:t> requirements</a:t>
            </a:r>
            <a:endParaRPr/>
          </a:p>
          <a:p>
            <a:pPr indent="0" lvl="0" marL="0" rtl="0" algn="l">
              <a:spcBef>
                <a:spcPts val="0"/>
              </a:spcBef>
              <a:spcAft>
                <a:spcPts val="0"/>
              </a:spcAft>
              <a:buNone/>
            </a:pPr>
            <a:r>
              <a:rPr lang="en"/>
              <a:t>Prioritizing </a:t>
            </a:r>
            <a:r>
              <a:rPr lang="en"/>
              <a:t>requirements</a:t>
            </a:r>
            <a:endParaRPr/>
          </a:p>
          <a:p>
            <a:pPr indent="0" lvl="0" marL="0" rtl="0" algn="l">
              <a:spcBef>
                <a:spcPts val="0"/>
              </a:spcBef>
              <a:spcAft>
                <a:spcPts val="0"/>
              </a:spcAft>
              <a:buNone/>
            </a:pPr>
            <a:r>
              <a:rPr lang="en"/>
              <a:t>Making Jira tickets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acb6dbd9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acb6dbd9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acb6dbd9d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3acb6dbd9d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acb6dbd9d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acb6dbd9d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a7711afa87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a7711afa87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Using Figma</a:t>
            </a:r>
            <a:endParaRPr/>
          </a:p>
          <a:p>
            <a:pPr indent="0" lvl="0" marL="0" rtl="0" algn="l">
              <a:spcBef>
                <a:spcPts val="0"/>
              </a:spcBef>
              <a:spcAft>
                <a:spcPts val="0"/>
              </a:spcAft>
              <a:buNone/>
            </a:pPr>
            <a:r>
              <a:rPr lang="en"/>
              <a:t>Turning Figma into code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ac8fecdb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ac8fecdb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was our initial UI design. It was very simple and basic, just generated directly using some HTML styles. As a user interface, we needed to add some interactive features. After several team meetings, we found the final solution: using a navigation bar. A bottom-mounted navigation bar is both aesthetically pleasing and easy to use.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ac8fecdba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ac8fecdba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is how we've evolved, from having flashy designs on every interface to a unified and welcoming style.</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91599d4d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391599d4d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ac8fecdba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ac8fecdba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Finally, this is our front-end development process.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first build the demo, then select the most suitable and satisfactory one to create the actual pages.</a:t>
            </a:r>
            <a:endParaRPr/>
          </a:p>
          <a:p>
            <a:pPr indent="0" lvl="0" marL="0" rtl="0" algn="l">
              <a:spcBef>
                <a:spcPts val="0"/>
              </a:spcBef>
              <a:spcAft>
                <a:spcPts val="0"/>
              </a:spcAft>
              <a:buClr>
                <a:schemeClr val="dk1"/>
              </a:buClr>
              <a:buSzPts val="1100"/>
              <a:buFont typeface="Arial"/>
              <a:buNone/>
            </a:pPr>
            <a:r>
              <a:rPr lang="en"/>
              <a:t>The advantage of this approach is that the work can be done in same time — Since creating a demo is the fastest part, once the demo is ready, we can publish tasks in Jira.</a:t>
            </a:r>
            <a:endParaRPr/>
          </a:p>
          <a:p>
            <a:pPr indent="0" lvl="0" marL="0" rtl="0" algn="l">
              <a:spcBef>
                <a:spcPts val="0"/>
              </a:spcBef>
              <a:spcAft>
                <a:spcPts val="0"/>
              </a:spcAft>
              <a:buClr>
                <a:schemeClr val="dk1"/>
              </a:buClr>
              <a:buSzPts val="1100"/>
              <a:buFont typeface="Arial"/>
              <a:buNone/>
            </a:pPr>
            <a:r>
              <a:rPr lang="en"/>
              <a:t>Team members can then choose which page they want to work on and start development.</a:t>
            </a:r>
            <a:endParaRPr/>
          </a:p>
          <a:p>
            <a:pPr indent="0" lvl="0" marL="0" rtl="0" algn="l">
              <a:spcBef>
                <a:spcPts val="0"/>
              </a:spcBef>
              <a:spcAft>
                <a:spcPts val="0"/>
              </a:spcAft>
              <a:buClr>
                <a:schemeClr val="dk1"/>
              </a:buClr>
              <a:buSzPts val="1100"/>
              <a:buFont typeface="Arial"/>
              <a:buNone/>
            </a:pPr>
            <a:r>
              <a:rPr lang="en"/>
              <a:t>This allows everyone to work simultaneously on the front-end pages, significantly improving overall efficiency.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aba754cb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3aba754cb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aba754cbf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3aba754cbf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backend is separated into database, routes, models, and middleware.</a:t>
            </a:r>
            <a:endParaRPr/>
          </a:p>
          <a:p>
            <a:pPr indent="0" lvl="0" marL="0" rtl="0" algn="l">
              <a:spcBef>
                <a:spcPts val="0"/>
              </a:spcBef>
              <a:spcAft>
                <a:spcPts val="0"/>
              </a:spcAft>
              <a:buNone/>
            </a:pPr>
            <a:r>
              <a:rPr lang="en"/>
              <a:t>Requests go through middleware first, then routes, which call business logic in the models, and finally access the database.</a:t>
            </a:r>
            <a:endParaRPr/>
          </a:p>
          <a:p>
            <a:pPr indent="0" lvl="0" marL="0" rtl="0" algn="l">
              <a:spcBef>
                <a:spcPts val="0"/>
              </a:spcBef>
              <a:spcAft>
                <a:spcPts val="0"/>
              </a:spcAft>
              <a:buClr>
                <a:schemeClr val="dk1"/>
              </a:buClr>
              <a:buSzPts val="1100"/>
              <a:buFont typeface="Arial"/>
              <a:buNone/>
            </a:pPr>
            <a:r>
              <a:rPr lang="en"/>
              <a:t>We created custom middleware to handle authentication and logging.</a:t>
            </a:r>
            <a:endParaRPr/>
          </a:p>
          <a:p>
            <a:pPr indent="0" lvl="0" marL="0" rtl="0" algn="l">
              <a:spcBef>
                <a:spcPts val="0"/>
              </a:spcBef>
              <a:spcAft>
                <a:spcPts val="0"/>
              </a:spcAft>
              <a:buNone/>
            </a:pPr>
            <a:r>
              <a:rPr lang="en"/>
              <a:t>This improves both security and system monitoring.</a:t>
            </a:r>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Routes</a:t>
            </a:r>
            <a:r>
              <a:rPr lang="en">
                <a:solidFill>
                  <a:schemeClr val="dk1"/>
                </a:solidFill>
              </a:rPr>
              <a:t> define API endpoints that handle HTTP requests and responses.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Models</a:t>
            </a:r>
            <a:r>
              <a:rPr lang="en">
                <a:solidFill>
                  <a:schemeClr val="dk1"/>
                </a:solidFill>
              </a:rPr>
              <a:t> describe how data is stored and accessed.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b="1" lang="en">
                <a:solidFill>
                  <a:schemeClr val="dk1"/>
                </a:solidFill>
              </a:rPr>
              <a:t>database</a:t>
            </a:r>
            <a:r>
              <a:rPr lang="en">
                <a:solidFill>
                  <a:schemeClr val="dk1"/>
                </a:solidFill>
              </a:rPr>
              <a:t> folder manages SQLite connections and queries.</a:t>
            </a:r>
            <a:br>
              <a:rPr lang="en">
                <a:solidFill>
                  <a:schemeClr val="dk1"/>
                </a:solidFill>
              </a:rPr>
            </a:br>
            <a:r>
              <a:rPr lang="en">
                <a:solidFill>
                  <a:schemeClr val="dk1"/>
                </a:solidFill>
              </a:rPr>
              <a:t> The frontend communicates with the backend using </a:t>
            </a:r>
            <a:r>
              <a:rPr b="1" lang="en">
                <a:solidFill>
                  <a:schemeClr val="dk1"/>
                </a:solidFill>
              </a:rPr>
              <a:t>RESTful APIs</a:t>
            </a:r>
            <a:r>
              <a:rPr lang="en">
                <a:solidFill>
                  <a:schemeClr val="dk1"/>
                </a:solidFill>
              </a:rPr>
              <a:t> (GET, POST, PUT, DELETE), while the backend interacts with the database for persistent storage.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aba754cbf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aba754cbf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backend exposes a RESTful API that follows standard web architecture.</a:t>
            </a:r>
            <a:endParaRPr/>
          </a:p>
          <a:p>
            <a:pPr indent="0" lvl="0" marL="0" rtl="0" algn="l">
              <a:spcBef>
                <a:spcPts val="0"/>
              </a:spcBef>
              <a:spcAft>
                <a:spcPts val="0"/>
              </a:spcAft>
              <a:buClr>
                <a:schemeClr val="dk1"/>
              </a:buClr>
              <a:buSzPts val="1100"/>
              <a:buFont typeface="Arial"/>
              <a:buNone/>
            </a:pPr>
            <a:r>
              <a:rPr lang="en"/>
              <a:t>We used common HTTP methods such as GET, POST, PUT, and DELETE.</a:t>
            </a:r>
            <a:endParaRPr/>
          </a:p>
          <a:p>
            <a:pPr indent="0" lvl="0" marL="0" rtl="0" algn="l">
              <a:spcBef>
                <a:spcPts val="0"/>
              </a:spcBef>
              <a:spcAft>
                <a:spcPts val="0"/>
              </a:spcAft>
              <a:buClr>
                <a:schemeClr val="dk1"/>
              </a:buClr>
              <a:buSzPts val="1100"/>
              <a:buFont typeface="Arial"/>
              <a:buNone/>
            </a:pPr>
            <a:r>
              <a:rPr lang="en"/>
              <a:t>All data is transferred in JSON format, and protected routes use authentication middleware.</a:t>
            </a:r>
            <a:endParaRPr/>
          </a:p>
          <a:p>
            <a:pPr indent="0" lvl="0" marL="0" rtl="0" algn="l">
              <a:spcBef>
                <a:spcPts val="0"/>
              </a:spcBef>
              <a:spcAft>
                <a:spcPts val="0"/>
              </a:spcAft>
              <a:buNone/>
            </a:pPr>
            <a:r>
              <a:rPr lang="en"/>
              <a:t>This makes our backend consistent, secure, and easy for the frontend to connect to.</a:t>
            </a:r>
            <a:endParaRPr/>
          </a:p>
          <a:p>
            <a:pPr indent="0" lvl="0" marL="0" rtl="0" algn="l">
              <a:spcBef>
                <a:spcPts val="0"/>
              </a:spcBef>
              <a:spcAft>
                <a:spcPts val="0"/>
              </a:spcAft>
              <a:buNone/>
            </a:pPr>
            <a:r>
              <a:rPr lang="en"/>
              <a:t>This design also makes our system scalable and maintainable.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aba754cbf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aba754cbf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aba754cbf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aba754cbf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Users table is the core. All other tables are connected through foreign keys.</a:t>
            </a:r>
            <a:endParaRPr/>
          </a:p>
          <a:p>
            <a:pPr indent="0" lvl="0" marL="0" rtl="0" algn="l">
              <a:spcBef>
                <a:spcPts val="0"/>
              </a:spcBef>
              <a:spcAft>
                <a:spcPts val="0"/>
              </a:spcAft>
              <a:buNone/>
            </a:pPr>
            <a:r>
              <a:rPr lang="en"/>
              <a:t>This normalized design reduces redundancy and improves data consistency.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We introduced a study_progress table for active timer to allow session data to persist, even if the app is closed.</a:t>
            </a:r>
            <a:endParaRPr/>
          </a:p>
          <a:p>
            <a:pPr indent="0" lvl="0" marL="0" rtl="0" algn="l">
              <a:spcBef>
                <a:spcPts val="0"/>
              </a:spcBef>
              <a:spcAft>
                <a:spcPts val="0"/>
              </a:spcAft>
              <a:buNone/>
            </a:pPr>
            <a:r>
              <a:rPr lang="en"/>
              <a:t>This supports features like resuming timers across devices.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a7711afa87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a7711afa87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Elijah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Unit tests</a:t>
            </a:r>
            <a:endParaRPr/>
          </a:p>
          <a:p>
            <a:pPr indent="0" lvl="0" marL="0" rtl="0" algn="l">
              <a:spcBef>
                <a:spcPts val="0"/>
              </a:spcBef>
              <a:spcAft>
                <a:spcPts val="0"/>
              </a:spcAft>
              <a:buNone/>
            </a:pPr>
            <a:r>
              <a:rPr lang="en"/>
              <a:t>Manual tests</a:t>
            </a:r>
            <a:endParaRPr/>
          </a:p>
          <a:p>
            <a:pPr indent="0" lvl="0" marL="0" rtl="0" algn="l">
              <a:spcBef>
                <a:spcPts val="0"/>
              </a:spcBef>
              <a:spcAft>
                <a:spcPts val="0"/>
              </a:spcAft>
              <a:buNone/>
            </a:pPr>
            <a:r>
              <a:rPr lang="en"/>
              <a:t>Full Tests</a:t>
            </a:r>
            <a:endParaRPr/>
          </a:p>
          <a:p>
            <a:pPr indent="0" lvl="0" marL="0" rtl="0" algn="l">
              <a:spcBef>
                <a:spcPts val="0"/>
              </a:spcBef>
              <a:spcAft>
                <a:spcPts val="0"/>
              </a:spcAft>
              <a:buNone/>
            </a:pPr>
            <a:r>
              <a:rPr lang="en"/>
              <a:t>% covered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aacc19ed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aacc19ed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aacc19ed1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aacc19ed1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aacc19ed1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aacc19ed1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aacc19ed1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3aacc19ed1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a7711afa87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3a7711afa87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Shinu - whatever is </a:t>
            </a:r>
            <a:r>
              <a:rPr lang="en"/>
              <a:t>appropriate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acb6dbd9d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acb6dbd9d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acb6dbd9d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acb6dbd9d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acb6dbd9d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acb6dbd9d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cb6dbd9d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3acb6dbd9d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acb6dbd9d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acb6dbd9d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acb6dbd9d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acb6dbd9d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a7711afa87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a7711afa87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Bohan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Talk about our security </a:t>
            </a:r>
            <a:r>
              <a:rPr lang="en"/>
              <a:t>measures</a:t>
            </a:r>
            <a:endParaRPr/>
          </a:p>
          <a:p>
            <a:pPr indent="0" lvl="0" marL="0" rtl="0" algn="l">
              <a:spcBef>
                <a:spcPts val="0"/>
              </a:spcBef>
              <a:spcAft>
                <a:spcPts val="0"/>
              </a:spcAft>
              <a:buNone/>
            </a:pPr>
            <a:r>
              <a:rPr lang="en"/>
              <a:t>Demo - </a:t>
            </a:r>
            <a:r>
              <a:rPr lang="en"/>
              <a:t>show</a:t>
            </a:r>
            <a:r>
              <a:rPr lang="en"/>
              <a:t> the login/</a:t>
            </a:r>
            <a:r>
              <a:rPr lang="en"/>
              <a:t>registration</a:t>
            </a:r>
            <a:r>
              <a:rPr lang="en"/>
              <a:t> failing</a:t>
            </a:r>
            <a:endParaRPr/>
          </a:p>
          <a:p>
            <a:pPr indent="0" lvl="0" marL="0" rtl="0" algn="l">
              <a:spcBef>
                <a:spcPts val="0"/>
              </a:spcBef>
              <a:spcAft>
                <a:spcPts val="0"/>
              </a:spcAft>
              <a:buNone/>
            </a:pPr>
            <a:r>
              <a:rPr lang="en"/>
              <a:t>Frontend vs backend</a:t>
            </a:r>
            <a:endParaRPr/>
          </a:p>
          <a:p>
            <a:pPr indent="0" lvl="0" marL="0" rtl="0" algn="l">
              <a:spcBef>
                <a:spcPts val="0"/>
              </a:spcBef>
              <a:spcAft>
                <a:spcPts val="0"/>
              </a:spcAft>
              <a:buNone/>
            </a:pPr>
            <a:r>
              <a:rPr lang="en"/>
              <a:t>Encryption, JWT, frontend password constrain, status constrain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a78c08aab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a78c08aab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security, our application is designed to protect user data from the very first step — registration.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every user must register with a unique identity. We do not store passwords as plain text. Instead, we use </a:t>
            </a:r>
            <a:r>
              <a:rPr b="1" lang="en">
                <a:solidFill>
                  <a:schemeClr val="dk1"/>
                </a:solidFill>
              </a:rPr>
              <a:t>bcrypt</a:t>
            </a:r>
            <a:r>
              <a:rPr lang="en">
                <a:solidFill>
                  <a:schemeClr val="dk1"/>
                </a:solidFill>
              </a:rPr>
              <a:t> to hash passwords before saving them in the database. This means even if someone gained access to the database, they would not be able to read the original passwords.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Second, on the </a:t>
            </a:r>
            <a:r>
              <a:rPr b="1" lang="en">
                <a:solidFill>
                  <a:schemeClr val="dk1"/>
                </a:solidFill>
              </a:rPr>
              <a:t>frontend</a:t>
            </a:r>
            <a:r>
              <a:rPr lang="en">
                <a:solidFill>
                  <a:schemeClr val="dk1"/>
                </a:solidFill>
              </a:rPr>
              <a:t>, we enforce strong password rules. Users are required to create passwords that meet a minimum length and complexity requirement, including a mix of uppercase letters, lowercase letters, numbers, and symbols. This helps prevent weak or easily guessable passwords.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Third, all communication between the client and the server is protected using </a:t>
            </a:r>
            <a:r>
              <a:rPr b="1" lang="en">
                <a:solidFill>
                  <a:schemeClr val="dk1"/>
                </a:solidFill>
              </a:rPr>
              <a:t>HTTPS</a:t>
            </a:r>
            <a:r>
              <a:rPr lang="en">
                <a:solidFill>
                  <a:schemeClr val="dk1"/>
                </a:solidFill>
              </a:rPr>
              <a:t>. This ensures that any data being transmitted — such as login credentials and user information — is encrypted and cannot be easily intercepted by attackers.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Finally, our server uses </a:t>
            </a:r>
            <a:r>
              <a:rPr b="1" lang="en">
                <a:solidFill>
                  <a:schemeClr val="dk1"/>
                </a:solidFill>
              </a:rPr>
              <a:t>JWT tokens</a:t>
            </a:r>
            <a:r>
              <a:rPr lang="en">
                <a:solidFill>
                  <a:schemeClr val="dk1"/>
                </a:solidFill>
              </a:rPr>
              <a:t> for stateless authentication. After a user successfully logs in, the server generates and sends a JWT token to the client. This token is required for accessing protected routes, and it also has an </a:t>
            </a:r>
            <a:r>
              <a:rPr b="1" lang="en">
                <a:solidFill>
                  <a:schemeClr val="dk1"/>
                </a:solidFill>
              </a:rPr>
              <a:t>expiration time</a:t>
            </a:r>
            <a:r>
              <a:rPr lang="en">
                <a:solidFill>
                  <a:schemeClr val="dk1"/>
                </a:solidFill>
              </a:rPr>
              <a:t>, which prevents long-term reuse and reduces the risk if a token is ever exposed.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 addition, we implemented </a:t>
            </a:r>
            <a:r>
              <a:rPr b="1" lang="en">
                <a:solidFill>
                  <a:schemeClr val="dk1"/>
                </a:solidFill>
              </a:rPr>
              <a:t>rate limiting</a:t>
            </a:r>
            <a:r>
              <a:rPr lang="en">
                <a:solidFill>
                  <a:schemeClr val="dk1"/>
                </a:solidFill>
              </a:rPr>
              <a:t> on the server side using Express Rate Limit.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general API routes, each IP address is limited to </a:t>
            </a:r>
            <a:r>
              <a:rPr b="1" lang="en">
                <a:solidFill>
                  <a:schemeClr val="dk1"/>
                </a:solidFill>
              </a:rPr>
              <a:t>1,000 requests every 15 minutes</a:t>
            </a:r>
            <a:r>
              <a:rPr lang="en">
                <a:solidFill>
                  <a:schemeClr val="dk1"/>
                </a:solidFill>
              </a:rPr>
              <a:t>, which helps prevent abuse and protects server resources.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more sensitive authentication routes such as login and registration, we applied a stricter limit of </a:t>
            </a:r>
            <a:r>
              <a:rPr b="1" lang="en">
                <a:solidFill>
                  <a:schemeClr val="dk1"/>
                </a:solidFill>
              </a:rPr>
              <a:t>20 requests every 15 minutes per IP</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significantly reduces the risk of brute-force attacks and automated abuse attempts.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Altogether, these measures help us ensure the confidentiality and integrity of our users’ data.</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ac8fecdba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ac8fecdb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some of our most commonly used AI software programs. Different AI programs can produce </a:t>
            </a:r>
            <a:r>
              <a:rPr lang="en"/>
              <a:t>dramatically</a:t>
            </a:r>
            <a:r>
              <a:rPr lang="en"/>
              <a:t> different results in different environments.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acbfbfcc94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acbfbfcc94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AI-generated text is primarily used for SDD or STD files. Its main purpose is to increase the accuracy of language descriptions.Its main use is to allow AI to optimize the text and correct errors after it has been written. Chatgpt is the most frequently used.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acbfbfcc94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acbfbfcc94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Image generation, including images of our animals, is achieved using Sora and Nanobanana. Nanobanana is used to find the original images, while Sora is used to generate other emojis. Figma primarily generates an interactive front-end page template.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acbfbfcc9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acbfbfcc9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 terms of code, our most impressive use was having AI write test scripts for us. This is because AI can think more comprehensively than we can. Secondly, we used AI for bug fixing, mostly using chatgpt. If there were environment configuration issues, our team members primarily used copilot.</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7711afa87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3a7711afa87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Mia</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acbfbfcc94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3acbfbfcc94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acbfbfcc94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acbfbfcc94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acbfbfcc94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3acbfbfcc94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acbfbfcc94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3acbfbfcc94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acbfbfcc94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3acbfbfcc94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acbfbfcc94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3acbfbfcc94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4"/>
          <p:cNvSpPr txBox="1"/>
          <p:nvPr>
            <p:ph idx="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p:nvPr/>
        </p:nvSpPr>
        <p:spPr>
          <a:xfrm>
            <a:off x="0" y="0"/>
            <a:ext cx="76200" cy="5143500"/>
          </a:xfrm>
          <a:prstGeom prst="rect">
            <a:avLst/>
          </a:prstGeom>
          <a:solidFill>
            <a:srgbClr val="0048D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8" name="Google Shape;58;p14"/>
          <p:cNvSpPr txBox="1"/>
          <p:nvPr>
            <p:ph type="title"/>
          </p:nvPr>
        </p:nvSpPr>
        <p:spPr>
          <a:xfrm>
            <a:off x="457200" y="2012747"/>
            <a:ext cx="6871800" cy="18921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5600"/>
              <a:buNone/>
              <a:defRPr sz="5600">
                <a:solidFill>
                  <a:srgbClr val="FFFFFF"/>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9" name="Google Shape;59;p14"/>
          <p:cNvSpPr txBox="1"/>
          <p:nvPr>
            <p:ph idx="1" type="subTitle"/>
          </p:nvPr>
        </p:nvSpPr>
        <p:spPr>
          <a:xfrm>
            <a:off x="457200" y="4036172"/>
            <a:ext cx="5501700" cy="530100"/>
          </a:xfrm>
          <a:prstGeom prst="rect">
            <a:avLst/>
          </a:prstGeom>
        </p:spPr>
        <p:txBody>
          <a:bodyPr anchorCtr="0" anchor="ctr" bIns="91425" lIns="91425" spcFirstLastPara="1" rIns="91425" wrap="square" tIns="91425">
            <a:noAutofit/>
          </a:bodyPr>
          <a:lstStyle>
            <a:lvl1pPr lvl="0">
              <a:spcBef>
                <a:spcPts val="0"/>
              </a:spcBef>
              <a:spcAft>
                <a:spcPts val="0"/>
              </a:spcAft>
              <a:buClr>
                <a:srgbClr val="C7C7C7"/>
              </a:buClr>
              <a:buSzPts val="2400"/>
              <a:buNone/>
              <a:defRPr sz="2400">
                <a:solidFill>
                  <a:srgbClr val="C7C7C7"/>
                </a:solidFill>
              </a:defRPr>
            </a:lvl1pPr>
            <a:lvl2pPr lvl="1">
              <a:spcBef>
                <a:spcPts val="0"/>
              </a:spcBef>
              <a:spcAft>
                <a:spcPts val="0"/>
              </a:spcAft>
              <a:buClr>
                <a:srgbClr val="C7C7C7"/>
              </a:buClr>
              <a:buSzPts val="2400"/>
              <a:buNone/>
              <a:defRPr sz="2400">
                <a:solidFill>
                  <a:srgbClr val="C7C7C7"/>
                </a:solidFill>
              </a:defRPr>
            </a:lvl2pPr>
            <a:lvl3pPr lvl="2">
              <a:spcBef>
                <a:spcPts val="0"/>
              </a:spcBef>
              <a:spcAft>
                <a:spcPts val="0"/>
              </a:spcAft>
              <a:buClr>
                <a:srgbClr val="C7C7C7"/>
              </a:buClr>
              <a:buSzPts val="2400"/>
              <a:buNone/>
              <a:defRPr sz="2400">
                <a:solidFill>
                  <a:srgbClr val="C7C7C7"/>
                </a:solidFill>
              </a:defRPr>
            </a:lvl3pPr>
            <a:lvl4pPr lvl="3">
              <a:spcBef>
                <a:spcPts val="0"/>
              </a:spcBef>
              <a:spcAft>
                <a:spcPts val="0"/>
              </a:spcAft>
              <a:buClr>
                <a:srgbClr val="C7C7C7"/>
              </a:buClr>
              <a:buSzPts val="2400"/>
              <a:buNone/>
              <a:defRPr sz="2400">
                <a:solidFill>
                  <a:srgbClr val="C7C7C7"/>
                </a:solidFill>
              </a:defRPr>
            </a:lvl4pPr>
            <a:lvl5pPr lvl="4">
              <a:spcBef>
                <a:spcPts val="0"/>
              </a:spcBef>
              <a:spcAft>
                <a:spcPts val="0"/>
              </a:spcAft>
              <a:buClr>
                <a:srgbClr val="C7C7C7"/>
              </a:buClr>
              <a:buSzPts val="2400"/>
              <a:buNone/>
              <a:defRPr sz="2400">
                <a:solidFill>
                  <a:srgbClr val="C7C7C7"/>
                </a:solidFill>
              </a:defRPr>
            </a:lvl5pPr>
            <a:lvl6pPr lvl="5">
              <a:spcBef>
                <a:spcPts val="0"/>
              </a:spcBef>
              <a:spcAft>
                <a:spcPts val="0"/>
              </a:spcAft>
              <a:buClr>
                <a:srgbClr val="C7C7C7"/>
              </a:buClr>
              <a:buSzPts val="2400"/>
              <a:buNone/>
              <a:defRPr sz="2400">
                <a:solidFill>
                  <a:srgbClr val="C7C7C7"/>
                </a:solidFill>
              </a:defRPr>
            </a:lvl6pPr>
            <a:lvl7pPr lvl="6">
              <a:spcBef>
                <a:spcPts val="0"/>
              </a:spcBef>
              <a:spcAft>
                <a:spcPts val="0"/>
              </a:spcAft>
              <a:buClr>
                <a:srgbClr val="C7C7C7"/>
              </a:buClr>
              <a:buSzPts val="2400"/>
              <a:buNone/>
              <a:defRPr sz="2400">
                <a:solidFill>
                  <a:srgbClr val="C7C7C7"/>
                </a:solidFill>
              </a:defRPr>
            </a:lvl7pPr>
            <a:lvl8pPr lvl="7">
              <a:spcBef>
                <a:spcPts val="0"/>
              </a:spcBef>
              <a:spcAft>
                <a:spcPts val="0"/>
              </a:spcAft>
              <a:buClr>
                <a:srgbClr val="C7C7C7"/>
              </a:buClr>
              <a:buSzPts val="2400"/>
              <a:buNone/>
              <a:defRPr sz="2400">
                <a:solidFill>
                  <a:srgbClr val="C7C7C7"/>
                </a:solidFill>
              </a:defRPr>
            </a:lvl8pPr>
            <a:lvl9pPr lvl="8">
              <a:spcBef>
                <a:spcPts val="0"/>
              </a:spcBef>
              <a:spcAft>
                <a:spcPts val="0"/>
              </a:spcAft>
              <a:buClr>
                <a:srgbClr val="C7C7C7"/>
              </a:buClr>
              <a:buSzPts val="2400"/>
              <a:buNone/>
              <a:defRPr sz="2400">
                <a:solidFill>
                  <a:srgbClr val="C7C7C7"/>
                </a:solidFill>
              </a:defRPr>
            </a:lvl9pPr>
          </a:lstStyle>
          <a:p/>
        </p:txBody>
      </p:sp>
      <p:grpSp>
        <p:nvGrpSpPr>
          <p:cNvPr id="60" name="Google Shape;60;p14"/>
          <p:cNvGrpSpPr/>
          <p:nvPr/>
        </p:nvGrpSpPr>
        <p:grpSpPr>
          <a:xfrm>
            <a:off x="7329000" y="-380575"/>
            <a:ext cx="2255100" cy="2255100"/>
            <a:chOff x="5814125" y="1393900"/>
            <a:chExt cx="2255100" cy="2255100"/>
          </a:xfrm>
        </p:grpSpPr>
        <p:sp>
          <p:nvSpPr>
            <p:cNvPr id="61" name="Google Shape;61;p14"/>
            <p:cNvSpPr/>
            <p:nvPr/>
          </p:nvSpPr>
          <p:spPr>
            <a:xfrm>
              <a:off x="6844025" y="1393900"/>
              <a:ext cx="195300" cy="2255100"/>
            </a:xfrm>
            <a:prstGeom prst="rect">
              <a:avLst/>
            </a:prstGeom>
            <a:solidFill>
              <a:srgbClr val="FF3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2" name="Google Shape;62;p14"/>
            <p:cNvSpPr/>
            <p:nvPr/>
          </p:nvSpPr>
          <p:spPr>
            <a:xfrm rot="-5400000">
              <a:off x="6844025" y="1402250"/>
              <a:ext cx="195300" cy="2255100"/>
            </a:xfrm>
            <a:prstGeom prst="rect">
              <a:avLst/>
            </a:prstGeom>
            <a:solidFill>
              <a:srgbClr val="FF3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3" name="Google Shape;63;p14"/>
            <p:cNvSpPr/>
            <p:nvPr/>
          </p:nvSpPr>
          <p:spPr>
            <a:xfrm rot="-2700000">
              <a:off x="6843997" y="1402319"/>
              <a:ext cx="195161" cy="2254964"/>
            </a:xfrm>
            <a:prstGeom prst="rect">
              <a:avLst/>
            </a:prstGeom>
            <a:solidFill>
              <a:srgbClr val="FF3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4" name="Google Shape;64;p14"/>
            <p:cNvSpPr/>
            <p:nvPr/>
          </p:nvSpPr>
          <p:spPr>
            <a:xfrm rot="-8100000">
              <a:off x="6849999" y="1408320"/>
              <a:ext cx="195161" cy="2254964"/>
            </a:xfrm>
            <a:prstGeom prst="rect">
              <a:avLst/>
            </a:prstGeom>
            <a:solidFill>
              <a:srgbClr val="FF3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2">
  <p:cSld name="ONE_COLUMN_TEXT">
    <p:bg>
      <p:bgPr>
        <a:solidFill>
          <a:srgbClr val="FEBB0B"/>
        </a:solidFill>
      </p:bgPr>
    </p:bg>
    <p:spTree>
      <p:nvGrpSpPr>
        <p:cNvPr id="65" name="Shape 65"/>
        <p:cNvGrpSpPr/>
        <p:nvPr/>
      </p:nvGrpSpPr>
      <p:grpSpPr>
        <a:xfrm>
          <a:off x="0" y="0"/>
          <a:ext cx="0" cy="0"/>
          <a:chOff x="0" y="0"/>
          <a:chExt cx="0" cy="0"/>
        </a:xfrm>
      </p:grpSpPr>
      <p:sp>
        <p:nvSpPr>
          <p:cNvPr id="66" name="Google Shape;66;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p:nvPr/>
        </p:nvSpPr>
        <p:spPr>
          <a:xfrm>
            <a:off x="4357692" y="0"/>
            <a:ext cx="4786200" cy="51435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8" name="Google Shape;68;p15"/>
          <p:cNvSpPr/>
          <p:nvPr/>
        </p:nvSpPr>
        <p:spPr>
          <a:xfrm>
            <a:off x="4810129" y="790513"/>
            <a:ext cx="328500" cy="3954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0048D0"/>
              </a:buClr>
              <a:buSzPts val="1800"/>
              <a:buFont typeface="Space Grotesk"/>
              <a:buNone/>
            </a:pPr>
            <a:r>
              <a:rPr b="1" i="0" lang="en" sz="1800" u="none" cap="none" strike="noStrike">
                <a:solidFill>
                  <a:srgbClr val="0048D0"/>
                </a:solidFill>
                <a:latin typeface="Space Grotesk"/>
                <a:ea typeface="Space Grotesk"/>
                <a:cs typeface="Space Grotesk"/>
                <a:sym typeface="Space Grotesk"/>
              </a:rPr>
              <a:t>01</a:t>
            </a:r>
            <a:endParaRPr b="0" i="0" sz="1800" u="none" cap="none" strike="noStrike">
              <a:solidFill>
                <a:schemeClr val="dk1"/>
              </a:solidFill>
              <a:latin typeface="Calibri"/>
              <a:ea typeface="Calibri"/>
              <a:cs typeface="Calibri"/>
              <a:sym typeface="Calibri"/>
            </a:endParaRPr>
          </a:p>
        </p:txBody>
      </p:sp>
      <p:sp>
        <p:nvSpPr>
          <p:cNvPr id="69" name="Google Shape;69;p15"/>
          <p:cNvSpPr/>
          <p:nvPr/>
        </p:nvSpPr>
        <p:spPr>
          <a:xfrm>
            <a:off x="4791080" y="1423925"/>
            <a:ext cx="362100" cy="3954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0048D0"/>
              </a:buClr>
              <a:buSzPts val="1800"/>
              <a:buFont typeface="Space Grotesk"/>
              <a:buNone/>
            </a:pPr>
            <a:r>
              <a:rPr b="1" i="0" lang="en" sz="1800" u="none" cap="none" strike="noStrike">
                <a:solidFill>
                  <a:srgbClr val="0048D0"/>
                </a:solidFill>
                <a:latin typeface="Space Grotesk"/>
                <a:ea typeface="Space Grotesk"/>
                <a:cs typeface="Space Grotesk"/>
                <a:sym typeface="Space Grotesk"/>
              </a:rPr>
              <a:t>02</a:t>
            </a:r>
            <a:endParaRPr b="0" i="0" sz="1800" u="none" cap="none" strike="noStrike">
              <a:solidFill>
                <a:schemeClr val="dk1"/>
              </a:solidFill>
              <a:latin typeface="Calibri"/>
              <a:ea typeface="Calibri"/>
              <a:cs typeface="Calibri"/>
              <a:sym typeface="Calibri"/>
            </a:endParaRPr>
          </a:p>
        </p:txBody>
      </p:sp>
      <p:sp>
        <p:nvSpPr>
          <p:cNvPr id="70" name="Google Shape;70;p15"/>
          <p:cNvSpPr/>
          <p:nvPr/>
        </p:nvSpPr>
        <p:spPr>
          <a:xfrm>
            <a:off x="4791080" y="2057338"/>
            <a:ext cx="366600" cy="3954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0048D0"/>
              </a:buClr>
              <a:buSzPts val="1800"/>
              <a:buFont typeface="Space Grotesk"/>
              <a:buNone/>
            </a:pPr>
            <a:r>
              <a:rPr b="1" i="0" lang="en" sz="1800" u="none" cap="none" strike="noStrike">
                <a:solidFill>
                  <a:srgbClr val="0048D0"/>
                </a:solidFill>
                <a:latin typeface="Space Grotesk"/>
                <a:ea typeface="Space Grotesk"/>
                <a:cs typeface="Space Grotesk"/>
                <a:sym typeface="Space Grotesk"/>
              </a:rPr>
              <a:t>03</a:t>
            </a:r>
            <a:endParaRPr b="0" i="0" sz="1800" u="none" cap="none" strike="noStrike">
              <a:solidFill>
                <a:schemeClr val="dk1"/>
              </a:solidFill>
              <a:latin typeface="Calibri"/>
              <a:ea typeface="Calibri"/>
              <a:cs typeface="Calibri"/>
              <a:sym typeface="Calibri"/>
            </a:endParaRPr>
          </a:p>
        </p:txBody>
      </p:sp>
      <p:sp>
        <p:nvSpPr>
          <p:cNvPr id="71" name="Google Shape;71;p15"/>
          <p:cNvSpPr/>
          <p:nvPr/>
        </p:nvSpPr>
        <p:spPr>
          <a:xfrm>
            <a:off x="4786317" y="2690750"/>
            <a:ext cx="371400" cy="3954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0048D0"/>
              </a:buClr>
              <a:buSzPts val="1800"/>
              <a:buFont typeface="Space Grotesk"/>
              <a:buNone/>
            </a:pPr>
            <a:r>
              <a:rPr b="1" i="0" lang="en" sz="1800" u="none" cap="none" strike="noStrike">
                <a:solidFill>
                  <a:srgbClr val="0048D0"/>
                </a:solidFill>
                <a:latin typeface="Space Grotesk"/>
                <a:ea typeface="Space Grotesk"/>
                <a:cs typeface="Space Grotesk"/>
                <a:sym typeface="Space Grotesk"/>
              </a:rPr>
              <a:t>04</a:t>
            </a:r>
            <a:endParaRPr b="0" i="0" sz="1800" u="none" cap="none" strike="noStrike">
              <a:solidFill>
                <a:schemeClr val="dk1"/>
              </a:solidFill>
              <a:latin typeface="Calibri"/>
              <a:ea typeface="Calibri"/>
              <a:cs typeface="Calibri"/>
              <a:sym typeface="Calibri"/>
            </a:endParaRPr>
          </a:p>
        </p:txBody>
      </p:sp>
      <p:sp>
        <p:nvSpPr>
          <p:cNvPr id="72" name="Google Shape;72;p15"/>
          <p:cNvSpPr/>
          <p:nvPr/>
        </p:nvSpPr>
        <p:spPr>
          <a:xfrm>
            <a:off x="4791080" y="3324163"/>
            <a:ext cx="362100" cy="3954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0048D0"/>
              </a:buClr>
              <a:buSzPts val="1800"/>
              <a:buFont typeface="Space Grotesk"/>
              <a:buNone/>
            </a:pPr>
            <a:r>
              <a:rPr b="1" i="0" lang="en" sz="1800" u="none" cap="none" strike="noStrike">
                <a:solidFill>
                  <a:srgbClr val="0048D0"/>
                </a:solidFill>
                <a:latin typeface="Space Grotesk"/>
                <a:ea typeface="Space Grotesk"/>
                <a:cs typeface="Space Grotesk"/>
                <a:sym typeface="Space Grotesk"/>
              </a:rPr>
              <a:t>05</a:t>
            </a:r>
            <a:endParaRPr b="0" i="0" sz="1800" u="none" cap="none" strike="noStrike">
              <a:solidFill>
                <a:schemeClr val="dk1"/>
              </a:solidFill>
              <a:latin typeface="Calibri"/>
              <a:ea typeface="Calibri"/>
              <a:cs typeface="Calibri"/>
              <a:sym typeface="Calibri"/>
            </a:endParaRPr>
          </a:p>
        </p:txBody>
      </p:sp>
      <p:sp>
        <p:nvSpPr>
          <p:cNvPr id="73" name="Google Shape;73;p15"/>
          <p:cNvSpPr/>
          <p:nvPr/>
        </p:nvSpPr>
        <p:spPr>
          <a:xfrm>
            <a:off x="4791080" y="3957575"/>
            <a:ext cx="366600" cy="3954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0048D0"/>
              </a:buClr>
              <a:buSzPts val="1800"/>
              <a:buFont typeface="Space Grotesk"/>
              <a:buNone/>
            </a:pPr>
            <a:r>
              <a:rPr b="1" i="0" lang="en" sz="1800" u="none" cap="none" strike="noStrike">
                <a:solidFill>
                  <a:srgbClr val="0048D0"/>
                </a:solidFill>
                <a:latin typeface="Space Grotesk"/>
                <a:ea typeface="Space Grotesk"/>
                <a:cs typeface="Space Grotesk"/>
                <a:sym typeface="Space Grotesk"/>
              </a:rPr>
              <a:t>06</a:t>
            </a:r>
            <a:endParaRPr b="0" i="0" sz="1800" u="none" cap="none" strike="noStrike">
              <a:solidFill>
                <a:schemeClr val="dk1"/>
              </a:solidFill>
              <a:latin typeface="Calibri"/>
              <a:ea typeface="Calibri"/>
              <a:cs typeface="Calibri"/>
              <a:sym typeface="Calibri"/>
            </a:endParaRPr>
          </a:p>
        </p:txBody>
      </p:sp>
      <p:sp>
        <p:nvSpPr>
          <p:cNvPr id="74" name="Google Shape;74;p15"/>
          <p:cNvSpPr/>
          <p:nvPr/>
        </p:nvSpPr>
        <p:spPr>
          <a:xfrm>
            <a:off x="-709613" y="3600450"/>
            <a:ext cx="2333700" cy="528600"/>
          </a:xfrm>
          <a:prstGeom prst="ellipse">
            <a:avLst/>
          </a:prstGeom>
          <a:noFill/>
          <a:ln cap="flat" cmpd="sng" w="25400">
            <a:solidFill>
              <a:srgbClr val="0000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5" name="Google Shape;75;p15"/>
          <p:cNvSpPr/>
          <p:nvPr/>
        </p:nvSpPr>
        <p:spPr>
          <a:xfrm>
            <a:off x="-709613" y="3914775"/>
            <a:ext cx="2333700" cy="528600"/>
          </a:xfrm>
          <a:prstGeom prst="ellipse">
            <a:avLst/>
          </a:prstGeom>
          <a:noFill/>
          <a:ln cap="flat" cmpd="sng" w="25400">
            <a:solidFill>
              <a:srgbClr val="0000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6" name="Google Shape;76;p15"/>
          <p:cNvSpPr/>
          <p:nvPr/>
        </p:nvSpPr>
        <p:spPr>
          <a:xfrm>
            <a:off x="-709613" y="4229100"/>
            <a:ext cx="2333700" cy="528600"/>
          </a:xfrm>
          <a:prstGeom prst="ellipse">
            <a:avLst/>
          </a:prstGeom>
          <a:noFill/>
          <a:ln cap="flat" cmpd="sng" w="25400">
            <a:solidFill>
              <a:srgbClr val="0000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7" name="Google Shape;77;p15"/>
          <p:cNvSpPr/>
          <p:nvPr/>
        </p:nvSpPr>
        <p:spPr>
          <a:xfrm>
            <a:off x="-709613" y="4543425"/>
            <a:ext cx="2333700" cy="528600"/>
          </a:xfrm>
          <a:prstGeom prst="ellipse">
            <a:avLst/>
          </a:prstGeom>
          <a:noFill/>
          <a:ln cap="flat" cmpd="sng" w="25400">
            <a:solidFill>
              <a:srgbClr val="0000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8" name="Google Shape;78;p15"/>
          <p:cNvSpPr/>
          <p:nvPr/>
        </p:nvSpPr>
        <p:spPr>
          <a:xfrm>
            <a:off x="-709613" y="4857750"/>
            <a:ext cx="2333700" cy="528600"/>
          </a:xfrm>
          <a:prstGeom prst="ellipse">
            <a:avLst/>
          </a:prstGeom>
          <a:noFill/>
          <a:ln cap="flat" cmpd="sng" w="25400">
            <a:solidFill>
              <a:srgbClr val="0000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9" name="Google Shape;79;p15"/>
          <p:cNvSpPr txBox="1"/>
          <p:nvPr>
            <p:ph type="title"/>
          </p:nvPr>
        </p:nvSpPr>
        <p:spPr>
          <a:xfrm>
            <a:off x="430150" y="830150"/>
            <a:ext cx="2642400" cy="1659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0" name="Google Shape;80;p15"/>
          <p:cNvSpPr txBox="1"/>
          <p:nvPr>
            <p:ph idx="1" type="subTitle"/>
          </p:nvPr>
        </p:nvSpPr>
        <p:spPr>
          <a:xfrm>
            <a:off x="5362225" y="757350"/>
            <a:ext cx="3553200" cy="4617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Space Grotesk Medium"/>
              <a:buNone/>
              <a:defRPr sz="18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5"/>
          <p:cNvSpPr txBox="1"/>
          <p:nvPr>
            <p:ph idx="2" type="subTitle"/>
          </p:nvPr>
        </p:nvSpPr>
        <p:spPr>
          <a:xfrm>
            <a:off x="5362225" y="1387083"/>
            <a:ext cx="3553200" cy="4617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Space Grotesk Medium"/>
              <a:buNone/>
              <a:defRPr sz="18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5"/>
          <p:cNvSpPr txBox="1"/>
          <p:nvPr>
            <p:ph idx="3" type="subTitle"/>
          </p:nvPr>
        </p:nvSpPr>
        <p:spPr>
          <a:xfrm>
            <a:off x="5362225" y="2013735"/>
            <a:ext cx="3553200" cy="4617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Space Grotesk Medium"/>
              <a:buNone/>
              <a:defRPr sz="18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5"/>
          <p:cNvSpPr txBox="1"/>
          <p:nvPr>
            <p:ph idx="4" type="subTitle"/>
          </p:nvPr>
        </p:nvSpPr>
        <p:spPr>
          <a:xfrm>
            <a:off x="5362225" y="2647488"/>
            <a:ext cx="3553200" cy="4617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Space Grotesk Medium"/>
              <a:buNone/>
              <a:defRPr sz="18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5"/>
          <p:cNvSpPr txBox="1"/>
          <p:nvPr>
            <p:ph idx="5" type="subTitle"/>
          </p:nvPr>
        </p:nvSpPr>
        <p:spPr>
          <a:xfrm>
            <a:off x="5362225" y="3280581"/>
            <a:ext cx="3553200" cy="4617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Space Grotesk Medium"/>
              <a:buNone/>
              <a:defRPr sz="18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5"/>
          <p:cNvSpPr txBox="1"/>
          <p:nvPr>
            <p:ph idx="6" type="subTitle"/>
          </p:nvPr>
        </p:nvSpPr>
        <p:spPr>
          <a:xfrm>
            <a:off x="5362225" y="3915624"/>
            <a:ext cx="3553200" cy="4617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Space Grotesk Medium"/>
              <a:buNone/>
              <a:defRPr sz="18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user slide - v1">
  <p:cSld name="MAIN_POINT">
    <p:spTree>
      <p:nvGrpSpPr>
        <p:cNvPr id="86" name="Shape 86"/>
        <p:cNvGrpSpPr/>
        <p:nvPr/>
      </p:nvGrpSpPr>
      <p:grpSpPr>
        <a:xfrm>
          <a:off x="0" y="0"/>
          <a:ext cx="0" cy="0"/>
          <a:chOff x="0" y="0"/>
          <a:chExt cx="0" cy="0"/>
        </a:xfrm>
      </p:grpSpPr>
      <p:sp>
        <p:nvSpPr>
          <p:cNvPr id="87" name="Google Shape;87;p16"/>
          <p:cNvSpPr/>
          <p:nvPr/>
        </p:nvSpPr>
        <p:spPr>
          <a:xfrm>
            <a:off x="4862650" y="3433750"/>
            <a:ext cx="3700500" cy="1086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88" name="Google Shape;88;p16"/>
          <p:cNvSpPr/>
          <p:nvPr/>
        </p:nvSpPr>
        <p:spPr>
          <a:xfrm>
            <a:off x="4862525" y="576075"/>
            <a:ext cx="3700500" cy="2923200"/>
          </a:xfrm>
          <a:prstGeom prst="rect">
            <a:avLst/>
          </a:prstGeom>
          <a:solidFill>
            <a:srgbClr val="004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89" name="Google Shape;89;p16"/>
          <p:cNvSpPr/>
          <p:nvPr>
            <p:ph idx="2" type="pic"/>
          </p:nvPr>
        </p:nvSpPr>
        <p:spPr>
          <a:xfrm>
            <a:off x="4772050" y="655475"/>
            <a:ext cx="3700500" cy="2843700"/>
          </a:xfrm>
          <a:prstGeom prst="rect">
            <a:avLst/>
          </a:prstGeom>
          <a:noFill/>
          <a:ln>
            <a:noFill/>
          </a:ln>
        </p:spPr>
      </p:sp>
      <p:sp>
        <p:nvSpPr>
          <p:cNvPr id="90" name="Google Shape;9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6"/>
          <p:cNvSpPr/>
          <p:nvPr/>
        </p:nvSpPr>
        <p:spPr>
          <a:xfrm>
            <a:off x="0" y="0"/>
            <a:ext cx="76200" cy="5143500"/>
          </a:xfrm>
          <a:prstGeom prst="rect">
            <a:avLst/>
          </a:prstGeom>
          <a:solidFill>
            <a:srgbClr val="FEBB0B"/>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6"/>
          <p:cNvSpPr txBox="1"/>
          <p:nvPr>
            <p:ph type="title"/>
          </p:nvPr>
        </p:nvSpPr>
        <p:spPr>
          <a:xfrm>
            <a:off x="457200" y="457200"/>
            <a:ext cx="3639600" cy="757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3" name="Google Shape;93;p16"/>
          <p:cNvSpPr txBox="1"/>
          <p:nvPr>
            <p:ph idx="1" type="body"/>
          </p:nvPr>
        </p:nvSpPr>
        <p:spPr>
          <a:xfrm>
            <a:off x="457200" y="1281050"/>
            <a:ext cx="3639600" cy="317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4" name="Google Shape;94;p16"/>
          <p:cNvSpPr txBox="1"/>
          <p:nvPr>
            <p:ph idx="3" type="subTitle"/>
          </p:nvPr>
        </p:nvSpPr>
        <p:spPr>
          <a:xfrm>
            <a:off x="4962750" y="3616950"/>
            <a:ext cx="3509700" cy="255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Medium"/>
              <a:buNone/>
              <a:defRPr sz="1800">
                <a:solidFill>
                  <a:schemeClr val="lt1"/>
                </a:solidFill>
                <a:latin typeface="Work Sans Medium"/>
                <a:ea typeface="Work Sans Medium"/>
                <a:cs typeface="Work Sans Medium"/>
                <a:sym typeface="Work Sans Medium"/>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5" name="Google Shape;95;p16"/>
          <p:cNvSpPr txBox="1"/>
          <p:nvPr>
            <p:ph idx="4" type="body"/>
          </p:nvPr>
        </p:nvSpPr>
        <p:spPr>
          <a:xfrm>
            <a:off x="4962700" y="3989625"/>
            <a:ext cx="3509700" cy="39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Tree>
  </p:cSld>
  <p:clrMapOvr>
    <a:masterClrMapping/>
  </p:clrMapOvr>
  <p:extLst>
    <p:ext uri="{DCECCB84-F9BA-43D5-87BE-67443E8EF086}">
      <p15:sldGuideLst>
        <p15:guide id="1" pos="288">
          <p15:clr>
            <a:srgbClr val="E46962"/>
          </p15:clr>
        </p15:guide>
        <p15:guide id="2" pos="243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user layout - v2">
  <p:cSld name="MAIN_POINT_1">
    <p:spTree>
      <p:nvGrpSpPr>
        <p:cNvPr id="96" name="Shape 96"/>
        <p:cNvGrpSpPr/>
        <p:nvPr/>
      </p:nvGrpSpPr>
      <p:grpSpPr>
        <a:xfrm>
          <a:off x="0" y="0"/>
          <a:ext cx="0" cy="0"/>
          <a:chOff x="0" y="0"/>
          <a:chExt cx="0" cy="0"/>
        </a:xfrm>
      </p:grpSpPr>
      <p:sp>
        <p:nvSpPr>
          <p:cNvPr id="97" name="Google Shape;97;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17"/>
          <p:cNvSpPr/>
          <p:nvPr/>
        </p:nvSpPr>
        <p:spPr>
          <a:xfrm>
            <a:off x="0" y="0"/>
            <a:ext cx="76200" cy="5143500"/>
          </a:xfrm>
          <a:prstGeom prst="rect">
            <a:avLst/>
          </a:prstGeom>
          <a:solidFill>
            <a:schemeClr val="accent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9" name="Google Shape;99;p17"/>
          <p:cNvSpPr txBox="1"/>
          <p:nvPr>
            <p:ph type="title"/>
          </p:nvPr>
        </p:nvSpPr>
        <p:spPr>
          <a:xfrm>
            <a:off x="4565800" y="457200"/>
            <a:ext cx="4035300" cy="3951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0" name="Google Shape;100;p17"/>
          <p:cNvSpPr txBox="1"/>
          <p:nvPr>
            <p:ph idx="1" type="body"/>
          </p:nvPr>
        </p:nvSpPr>
        <p:spPr>
          <a:xfrm>
            <a:off x="4565800" y="1281050"/>
            <a:ext cx="4035300" cy="317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1" name="Google Shape;101;p17"/>
          <p:cNvSpPr txBox="1"/>
          <p:nvPr>
            <p:ph idx="2" type="subTitle"/>
          </p:nvPr>
        </p:nvSpPr>
        <p:spPr>
          <a:xfrm>
            <a:off x="368500" y="4159875"/>
            <a:ext cx="3509700" cy="2550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Work Sans Medium"/>
              <a:buNone/>
              <a:defRPr sz="1400">
                <a:latin typeface="Work Sans Medium"/>
                <a:ea typeface="Work Sans Medium"/>
                <a:cs typeface="Work Sans Medium"/>
                <a:sym typeface="Work Sans Medium"/>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2" name="Google Shape;102;p17"/>
          <p:cNvSpPr txBox="1"/>
          <p:nvPr>
            <p:ph idx="3" type="body"/>
          </p:nvPr>
        </p:nvSpPr>
        <p:spPr>
          <a:xfrm>
            <a:off x="368450" y="4532550"/>
            <a:ext cx="3509700" cy="39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103" name="Google Shape;103;p17"/>
          <p:cNvSpPr/>
          <p:nvPr/>
        </p:nvSpPr>
        <p:spPr>
          <a:xfrm>
            <a:off x="649250" y="457200"/>
            <a:ext cx="3343500" cy="33465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04" name="Google Shape;104;p17"/>
          <p:cNvSpPr/>
          <p:nvPr/>
        </p:nvSpPr>
        <p:spPr>
          <a:xfrm rot="10800000">
            <a:off x="353805" y="571500"/>
            <a:ext cx="3524400" cy="3524400"/>
          </a:xfrm>
          <a:prstGeom prst="snip1Rect">
            <a:avLst>
              <a:gd fmla="val 11085" name="adj"/>
            </a:avLst>
          </a:prstGeom>
          <a:solidFill>
            <a:schemeClr val="accent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05" name="Google Shape;105;p17"/>
          <p:cNvSpPr/>
          <p:nvPr>
            <p:ph idx="4" type="pic"/>
          </p:nvPr>
        </p:nvSpPr>
        <p:spPr>
          <a:xfrm>
            <a:off x="935200" y="1152900"/>
            <a:ext cx="2361600" cy="2361600"/>
          </a:xfrm>
          <a:prstGeom prst="ellipse">
            <a:avLst/>
          </a:prstGeom>
          <a:noFill/>
          <a:ln>
            <a:noFill/>
          </a:ln>
        </p:spPr>
      </p:sp>
      <p:sp>
        <p:nvSpPr>
          <p:cNvPr id="106" name="Google Shape;106;p17"/>
          <p:cNvSpPr/>
          <p:nvPr/>
        </p:nvSpPr>
        <p:spPr>
          <a:xfrm rot="10800000">
            <a:off x="352425" y="3700100"/>
            <a:ext cx="395100" cy="3951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Medium"/>
              <a:ea typeface="Work Sans Medium"/>
              <a:cs typeface="Work Sans Medium"/>
              <a:sym typeface="Work Sans Medium"/>
            </a:endParaRPr>
          </a:p>
        </p:txBody>
      </p:sp>
    </p:spTree>
  </p:cSld>
  <p:clrMapOvr>
    <a:masterClrMapping/>
  </p:clrMapOvr>
  <p:extLst>
    <p:ext uri="{DCECCB84-F9BA-43D5-87BE-67443E8EF086}">
      <p15:sldGuideLst>
        <p15:guide id="1" pos="288">
          <p15:clr>
            <a:srgbClr val="E46962"/>
          </p15:clr>
        </p15:guide>
        <p15:guide id="2" pos="243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user layout - v3">
  <p:cSld name="CUSTOM_4">
    <p:bg>
      <p:bgPr>
        <a:solidFill>
          <a:schemeClr val="dk1"/>
        </a:solidFill>
      </p:bgPr>
    </p:bg>
    <p:spTree>
      <p:nvGrpSpPr>
        <p:cNvPr id="107" name="Shape 107"/>
        <p:cNvGrpSpPr/>
        <p:nvPr/>
      </p:nvGrpSpPr>
      <p:grpSpPr>
        <a:xfrm>
          <a:off x="0" y="0"/>
          <a:ext cx="0" cy="0"/>
          <a:chOff x="0" y="0"/>
          <a:chExt cx="0" cy="0"/>
        </a:xfrm>
      </p:grpSpPr>
      <p:sp>
        <p:nvSpPr>
          <p:cNvPr id="108" name="Google Shape;108;p18"/>
          <p:cNvSpPr txBox="1"/>
          <p:nvPr>
            <p:ph type="title"/>
          </p:nvPr>
        </p:nvSpPr>
        <p:spPr>
          <a:xfrm>
            <a:off x="471450" y="445025"/>
            <a:ext cx="82011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09" name="Google Shape;109;p18"/>
          <p:cNvSpPr/>
          <p:nvPr/>
        </p:nvSpPr>
        <p:spPr>
          <a:xfrm rot="10800000">
            <a:off x="492211" y="1163625"/>
            <a:ext cx="8194500" cy="3570300"/>
          </a:xfrm>
          <a:prstGeom prst="snip1Rect">
            <a:avLst>
              <a:gd fmla="val 8809"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10" name="Google Shape;110;p18"/>
          <p:cNvSpPr/>
          <p:nvPr>
            <p:ph idx="2" type="pic"/>
          </p:nvPr>
        </p:nvSpPr>
        <p:spPr>
          <a:xfrm>
            <a:off x="706600" y="1390950"/>
            <a:ext cx="2151000" cy="2151000"/>
          </a:xfrm>
          <a:prstGeom prst="ellipse">
            <a:avLst/>
          </a:prstGeom>
          <a:noFill/>
          <a:ln>
            <a:noFill/>
          </a:ln>
        </p:spPr>
      </p:sp>
      <p:sp>
        <p:nvSpPr>
          <p:cNvPr id="111" name="Google Shape;111;p18"/>
          <p:cNvSpPr txBox="1"/>
          <p:nvPr>
            <p:ph idx="1" type="subTitle"/>
          </p:nvPr>
        </p:nvSpPr>
        <p:spPr>
          <a:xfrm>
            <a:off x="706656" y="3572275"/>
            <a:ext cx="2151000" cy="2550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Work Sans Medium"/>
              <a:buNone/>
              <a:defRPr sz="1400">
                <a:latin typeface="Work Sans Medium"/>
                <a:ea typeface="Work Sans Medium"/>
                <a:cs typeface="Work Sans Medium"/>
                <a:sym typeface="Work Sans Medium"/>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2" name="Google Shape;112;p18"/>
          <p:cNvSpPr txBox="1"/>
          <p:nvPr>
            <p:ph idx="3" type="body"/>
          </p:nvPr>
        </p:nvSpPr>
        <p:spPr>
          <a:xfrm>
            <a:off x="706625" y="3944950"/>
            <a:ext cx="2151000" cy="39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113" name="Google Shape;113;p18"/>
          <p:cNvSpPr txBox="1"/>
          <p:nvPr>
            <p:ph idx="4" type="body"/>
          </p:nvPr>
        </p:nvSpPr>
        <p:spPr>
          <a:xfrm>
            <a:off x="3419650" y="1462025"/>
            <a:ext cx="4962600" cy="299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14" name="Google Shape;114;p18"/>
          <p:cNvGrpSpPr/>
          <p:nvPr/>
        </p:nvGrpSpPr>
        <p:grpSpPr>
          <a:xfrm>
            <a:off x="8287560" y="-478945"/>
            <a:ext cx="1332313" cy="1332088"/>
            <a:chOff x="5814125" y="1393900"/>
            <a:chExt cx="2255100" cy="2255100"/>
          </a:xfrm>
        </p:grpSpPr>
        <p:sp>
          <p:nvSpPr>
            <p:cNvPr id="115" name="Google Shape;115;p18"/>
            <p:cNvSpPr/>
            <p:nvPr/>
          </p:nvSpPr>
          <p:spPr>
            <a:xfrm>
              <a:off x="6844025" y="1393900"/>
              <a:ext cx="195300" cy="225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16" name="Google Shape;116;p18"/>
            <p:cNvSpPr/>
            <p:nvPr/>
          </p:nvSpPr>
          <p:spPr>
            <a:xfrm rot="-5400000">
              <a:off x="6844025" y="1402250"/>
              <a:ext cx="195300" cy="225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17" name="Google Shape;117;p18"/>
            <p:cNvSpPr/>
            <p:nvPr/>
          </p:nvSpPr>
          <p:spPr>
            <a:xfrm rot="-2700000">
              <a:off x="6843997" y="1402319"/>
              <a:ext cx="195161" cy="225496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18" name="Google Shape;118;p18"/>
            <p:cNvSpPr/>
            <p:nvPr/>
          </p:nvSpPr>
          <p:spPr>
            <a:xfrm rot="-8100000">
              <a:off x="6849999" y="1408320"/>
              <a:ext cx="195161" cy="225496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SECTION_TITLE_AND_DESCRIPTION">
    <p:bg>
      <p:bgPr>
        <a:solidFill>
          <a:schemeClr val="dk1"/>
        </a:solidFill>
      </p:bgPr>
    </p:bg>
    <p:spTree>
      <p:nvGrpSpPr>
        <p:cNvPr id="119" name="Shape 119"/>
        <p:cNvGrpSpPr/>
        <p:nvPr/>
      </p:nvGrpSpPr>
      <p:grpSpPr>
        <a:xfrm>
          <a:off x="0" y="0"/>
          <a:ext cx="0" cy="0"/>
          <a:chOff x="0" y="0"/>
          <a:chExt cx="0" cy="0"/>
        </a:xfrm>
      </p:grpSpPr>
      <p:sp>
        <p:nvSpPr>
          <p:cNvPr id="120" name="Google Shape;120;p19"/>
          <p:cNvSpPr/>
          <p:nvPr>
            <p:ph idx="2" type="pic"/>
          </p:nvPr>
        </p:nvSpPr>
        <p:spPr>
          <a:xfrm>
            <a:off x="443625" y="1158100"/>
            <a:ext cx="1928100" cy="1928100"/>
          </a:xfrm>
          <a:prstGeom prst="rect">
            <a:avLst/>
          </a:prstGeom>
          <a:noFill/>
          <a:ln>
            <a:noFill/>
          </a:ln>
        </p:spPr>
      </p:sp>
      <p:sp>
        <p:nvSpPr>
          <p:cNvPr id="121" name="Google Shape;121;p19"/>
          <p:cNvSpPr/>
          <p:nvPr>
            <p:ph idx="3" type="pic"/>
          </p:nvPr>
        </p:nvSpPr>
        <p:spPr>
          <a:xfrm>
            <a:off x="2559813" y="1157775"/>
            <a:ext cx="1928100" cy="1928100"/>
          </a:xfrm>
          <a:prstGeom prst="rect">
            <a:avLst/>
          </a:prstGeom>
          <a:noFill/>
          <a:ln>
            <a:noFill/>
          </a:ln>
        </p:spPr>
      </p:sp>
      <p:sp>
        <p:nvSpPr>
          <p:cNvPr id="122" name="Google Shape;122;p19"/>
          <p:cNvSpPr/>
          <p:nvPr>
            <p:ph idx="4" type="pic"/>
          </p:nvPr>
        </p:nvSpPr>
        <p:spPr>
          <a:xfrm>
            <a:off x="4676025" y="1157775"/>
            <a:ext cx="1928100" cy="1928100"/>
          </a:xfrm>
          <a:prstGeom prst="rect">
            <a:avLst/>
          </a:prstGeom>
          <a:noFill/>
          <a:ln>
            <a:noFill/>
          </a:ln>
        </p:spPr>
      </p:sp>
      <p:sp>
        <p:nvSpPr>
          <p:cNvPr id="123" name="Google Shape;123;p19"/>
          <p:cNvSpPr/>
          <p:nvPr>
            <p:ph idx="5" type="pic"/>
          </p:nvPr>
        </p:nvSpPr>
        <p:spPr>
          <a:xfrm>
            <a:off x="6800900" y="1158100"/>
            <a:ext cx="1928100" cy="1928100"/>
          </a:xfrm>
          <a:prstGeom prst="rect">
            <a:avLst/>
          </a:prstGeom>
          <a:noFill/>
          <a:ln>
            <a:noFill/>
          </a:ln>
        </p:spPr>
      </p:sp>
      <p:sp>
        <p:nvSpPr>
          <p:cNvPr id="124" name="Google Shape;124;p19"/>
          <p:cNvSpPr txBox="1"/>
          <p:nvPr>
            <p:ph type="title"/>
          </p:nvPr>
        </p:nvSpPr>
        <p:spPr>
          <a:xfrm>
            <a:off x="361276" y="472050"/>
            <a:ext cx="8367600" cy="464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5" name="Google Shape;125;p19"/>
          <p:cNvSpPr txBox="1"/>
          <p:nvPr>
            <p:ph idx="1" type="subTitle"/>
          </p:nvPr>
        </p:nvSpPr>
        <p:spPr>
          <a:xfrm>
            <a:off x="361275" y="3146802"/>
            <a:ext cx="20040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26" name="Google Shape;126;p19"/>
          <p:cNvSpPr txBox="1"/>
          <p:nvPr>
            <p:ph idx="6" type="body"/>
          </p:nvPr>
        </p:nvSpPr>
        <p:spPr>
          <a:xfrm>
            <a:off x="367800" y="3613450"/>
            <a:ext cx="2004000" cy="5574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27" name="Google Shape;127;p19"/>
          <p:cNvSpPr txBox="1"/>
          <p:nvPr>
            <p:ph idx="7" type="subTitle"/>
          </p:nvPr>
        </p:nvSpPr>
        <p:spPr>
          <a:xfrm>
            <a:off x="2514250" y="3146802"/>
            <a:ext cx="20040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28" name="Google Shape;128;p19"/>
          <p:cNvSpPr txBox="1"/>
          <p:nvPr>
            <p:ph idx="8" type="body"/>
          </p:nvPr>
        </p:nvSpPr>
        <p:spPr>
          <a:xfrm>
            <a:off x="2520775" y="3613450"/>
            <a:ext cx="2004000" cy="5574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29" name="Google Shape;129;p19"/>
          <p:cNvSpPr txBox="1"/>
          <p:nvPr>
            <p:ph idx="9" type="subTitle"/>
          </p:nvPr>
        </p:nvSpPr>
        <p:spPr>
          <a:xfrm>
            <a:off x="4640000" y="3146802"/>
            <a:ext cx="20040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30" name="Google Shape;130;p19"/>
          <p:cNvSpPr txBox="1"/>
          <p:nvPr>
            <p:ph idx="13" type="body"/>
          </p:nvPr>
        </p:nvSpPr>
        <p:spPr>
          <a:xfrm>
            <a:off x="4646525" y="3613450"/>
            <a:ext cx="2004000" cy="5574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31" name="Google Shape;131;p19"/>
          <p:cNvSpPr txBox="1"/>
          <p:nvPr>
            <p:ph idx="14" type="subTitle"/>
          </p:nvPr>
        </p:nvSpPr>
        <p:spPr>
          <a:xfrm>
            <a:off x="6772275" y="3146802"/>
            <a:ext cx="20040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32" name="Google Shape;132;p19"/>
          <p:cNvSpPr txBox="1"/>
          <p:nvPr>
            <p:ph idx="15" type="body"/>
          </p:nvPr>
        </p:nvSpPr>
        <p:spPr>
          <a:xfrm>
            <a:off x="6778800" y="3613450"/>
            <a:ext cx="2004000" cy="5574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1">
  <p:cSld name="SECTION_TITLE_AND_DESCRIPTION_2">
    <p:bg>
      <p:bgPr>
        <a:solidFill>
          <a:schemeClr val="accent2"/>
        </a:solidFill>
      </p:bgPr>
    </p:bg>
    <p:spTree>
      <p:nvGrpSpPr>
        <p:cNvPr id="133" name="Shape 133"/>
        <p:cNvGrpSpPr/>
        <p:nvPr/>
      </p:nvGrpSpPr>
      <p:grpSpPr>
        <a:xfrm>
          <a:off x="0" y="0"/>
          <a:ext cx="0" cy="0"/>
          <a:chOff x="0" y="0"/>
          <a:chExt cx="0" cy="0"/>
        </a:xfrm>
      </p:grpSpPr>
      <p:sp>
        <p:nvSpPr>
          <p:cNvPr id="134" name="Google Shape;134;p20"/>
          <p:cNvSpPr txBox="1"/>
          <p:nvPr>
            <p:ph type="title"/>
          </p:nvPr>
        </p:nvSpPr>
        <p:spPr>
          <a:xfrm>
            <a:off x="570825" y="472050"/>
            <a:ext cx="8011200" cy="464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5" name="Google Shape;135;p20"/>
          <p:cNvSpPr txBox="1"/>
          <p:nvPr>
            <p:ph idx="1" type="subTitle"/>
          </p:nvPr>
        </p:nvSpPr>
        <p:spPr>
          <a:xfrm>
            <a:off x="570825" y="14704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36" name="Google Shape;136;p20"/>
          <p:cNvSpPr txBox="1"/>
          <p:nvPr>
            <p:ph idx="2" type="body"/>
          </p:nvPr>
        </p:nvSpPr>
        <p:spPr>
          <a:xfrm>
            <a:off x="570825" y="2053373"/>
            <a:ext cx="32964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grpSp>
        <p:nvGrpSpPr>
          <p:cNvPr id="137" name="Google Shape;137;p20"/>
          <p:cNvGrpSpPr/>
          <p:nvPr/>
        </p:nvGrpSpPr>
        <p:grpSpPr>
          <a:xfrm>
            <a:off x="7995750" y="-1102025"/>
            <a:ext cx="2255100" cy="2255100"/>
            <a:chOff x="5814125" y="1393900"/>
            <a:chExt cx="2255100" cy="2255100"/>
          </a:xfrm>
        </p:grpSpPr>
        <p:sp>
          <p:nvSpPr>
            <p:cNvPr id="138" name="Google Shape;138;p20"/>
            <p:cNvSpPr/>
            <p:nvPr/>
          </p:nvSpPr>
          <p:spPr>
            <a:xfrm>
              <a:off x="6844025" y="1393900"/>
              <a:ext cx="195300" cy="225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39" name="Google Shape;139;p20"/>
            <p:cNvSpPr/>
            <p:nvPr/>
          </p:nvSpPr>
          <p:spPr>
            <a:xfrm rot="-5400000">
              <a:off x="6844025" y="1402250"/>
              <a:ext cx="195300" cy="225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40" name="Google Shape;140;p20"/>
            <p:cNvSpPr/>
            <p:nvPr/>
          </p:nvSpPr>
          <p:spPr>
            <a:xfrm rot="-2700000">
              <a:off x="6843997" y="1402319"/>
              <a:ext cx="195161" cy="225496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41" name="Google Shape;141;p20"/>
            <p:cNvSpPr/>
            <p:nvPr/>
          </p:nvSpPr>
          <p:spPr>
            <a:xfrm rot="-8100000">
              <a:off x="6849999" y="1408320"/>
              <a:ext cx="195161" cy="225496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142" name="Google Shape;142;p20"/>
          <p:cNvSpPr txBox="1"/>
          <p:nvPr>
            <p:ph idx="3" type="subTitle"/>
          </p:nvPr>
        </p:nvSpPr>
        <p:spPr>
          <a:xfrm>
            <a:off x="5285700" y="14704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43" name="Google Shape;143;p20"/>
          <p:cNvSpPr txBox="1"/>
          <p:nvPr>
            <p:ph idx="4" type="body"/>
          </p:nvPr>
        </p:nvSpPr>
        <p:spPr>
          <a:xfrm>
            <a:off x="5285700" y="2053373"/>
            <a:ext cx="32964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1 Image">
  <p:cSld name="SECTION_TITLE_AND_DESCRIPTION_2_3">
    <p:bg>
      <p:bgPr>
        <a:solidFill>
          <a:schemeClr val="accent2"/>
        </a:solidFill>
      </p:bgPr>
    </p:bg>
    <p:spTree>
      <p:nvGrpSpPr>
        <p:cNvPr id="144" name="Shape 144"/>
        <p:cNvGrpSpPr/>
        <p:nvPr/>
      </p:nvGrpSpPr>
      <p:grpSpPr>
        <a:xfrm>
          <a:off x="0" y="0"/>
          <a:ext cx="0" cy="0"/>
          <a:chOff x="0" y="0"/>
          <a:chExt cx="0" cy="0"/>
        </a:xfrm>
      </p:grpSpPr>
      <p:sp>
        <p:nvSpPr>
          <p:cNvPr id="145" name="Google Shape;145;p21"/>
          <p:cNvSpPr txBox="1"/>
          <p:nvPr>
            <p:ph type="title"/>
          </p:nvPr>
        </p:nvSpPr>
        <p:spPr>
          <a:xfrm>
            <a:off x="570825" y="472050"/>
            <a:ext cx="8011200" cy="464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46" name="Google Shape;146;p21"/>
          <p:cNvSpPr txBox="1"/>
          <p:nvPr>
            <p:ph idx="1" type="subTitle"/>
          </p:nvPr>
        </p:nvSpPr>
        <p:spPr>
          <a:xfrm>
            <a:off x="570825" y="2525375"/>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47" name="Google Shape;147;p21"/>
          <p:cNvSpPr txBox="1"/>
          <p:nvPr>
            <p:ph idx="2" type="body"/>
          </p:nvPr>
        </p:nvSpPr>
        <p:spPr>
          <a:xfrm>
            <a:off x="570825" y="3108350"/>
            <a:ext cx="3296400" cy="16920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grpSp>
        <p:nvGrpSpPr>
          <p:cNvPr id="148" name="Google Shape;148;p21"/>
          <p:cNvGrpSpPr/>
          <p:nvPr/>
        </p:nvGrpSpPr>
        <p:grpSpPr>
          <a:xfrm>
            <a:off x="7995750" y="-1102025"/>
            <a:ext cx="2255100" cy="2255100"/>
            <a:chOff x="5814125" y="1393900"/>
            <a:chExt cx="2255100" cy="2255100"/>
          </a:xfrm>
        </p:grpSpPr>
        <p:sp>
          <p:nvSpPr>
            <p:cNvPr id="149" name="Google Shape;149;p21"/>
            <p:cNvSpPr/>
            <p:nvPr/>
          </p:nvSpPr>
          <p:spPr>
            <a:xfrm>
              <a:off x="6844025" y="1393900"/>
              <a:ext cx="195300" cy="225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50" name="Google Shape;150;p21"/>
            <p:cNvSpPr/>
            <p:nvPr/>
          </p:nvSpPr>
          <p:spPr>
            <a:xfrm rot="-5400000">
              <a:off x="6844025" y="1402250"/>
              <a:ext cx="195300" cy="225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51" name="Google Shape;151;p21"/>
            <p:cNvSpPr/>
            <p:nvPr/>
          </p:nvSpPr>
          <p:spPr>
            <a:xfrm rot="-2700000">
              <a:off x="6843997" y="1402319"/>
              <a:ext cx="195161" cy="225496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52" name="Google Shape;152;p21"/>
            <p:cNvSpPr/>
            <p:nvPr/>
          </p:nvSpPr>
          <p:spPr>
            <a:xfrm rot="-8100000">
              <a:off x="6849999" y="1408320"/>
              <a:ext cx="195161" cy="225496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153" name="Google Shape;153;p21"/>
          <p:cNvSpPr txBox="1"/>
          <p:nvPr>
            <p:ph idx="3" type="subTitle"/>
          </p:nvPr>
        </p:nvSpPr>
        <p:spPr>
          <a:xfrm>
            <a:off x="5285700" y="2525375"/>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2pPr>
            <a:lvl3pPr lvl="2">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3pPr>
            <a:lvl4pPr lvl="3">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4pPr>
            <a:lvl5pPr lvl="4">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5pPr>
            <a:lvl6pPr lvl="5">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6pPr>
            <a:lvl7pPr lvl="6">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7pPr>
            <a:lvl8pPr lvl="7">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8pPr>
            <a:lvl9pPr lvl="8">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9pPr>
          </a:lstStyle>
          <a:p/>
        </p:txBody>
      </p:sp>
      <p:sp>
        <p:nvSpPr>
          <p:cNvPr id="154" name="Google Shape;154;p21"/>
          <p:cNvSpPr txBox="1"/>
          <p:nvPr>
            <p:ph idx="4" type="body"/>
          </p:nvPr>
        </p:nvSpPr>
        <p:spPr>
          <a:xfrm>
            <a:off x="5285700" y="3108350"/>
            <a:ext cx="3296400" cy="16920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55" name="Google Shape;155;p21"/>
          <p:cNvSpPr/>
          <p:nvPr>
            <p:ph idx="5" type="pic"/>
          </p:nvPr>
        </p:nvSpPr>
        <p:spPr>
          <a:xfrm>
            <a:off x="696575" y="1128526"/>
            <a:ext cx="3134700" cy="1334700"/>
          </a:xfrm>
          <a:prstGeom prst="rect">
            <a:avLst/>
          </a:prstGeom>
          <a:noFill/>
          <a:ln>
            <a:noFill/>
          </a:ln>
        </p:spPr>
      </p:sp>
      <p:sp>
        <p:nvSpPr>
          <p:cNvPr id="156" name="Google Shape;156;p21"/>
          <p:cNvSpPr/>
          <p:nvPr>
            <p:ph idx="6" type="pic"/>
          </p:nvPr>
        </p:nvSpPr>
        <p:spPr>
          <a:xfrm>
            <a:off x="5285700" y="1128526"/>
            <a:ext cx="3134700" cy="1334700"/>
          </a:xfrm>
          <a:prstGeom prst="rect">
            <a:avLst/>
          </a:prstGeom>
          <a:noFill/>
          <a:ln>
            <a:noFill/>
          </a:ln>
        </p:spPr>
      </p:sp>
    </p:spTree>
  </p:cSld>
  <p:clrMapOvr>
    <a:masterClrMapping/>
  </p:clrMapOvr>
  <p:extLst>
    <p:ext uri="{DCECCB84-F9BA-43D5-87BE-67443E8EF086}">
      <p15:sldGuideLst>
        <p15:guide id="1" orient="horz" pos="2551">
          <p15:clr>
            <a:srgbClr val="E46962"/>
          </p15:clr>
        </p15:guide>
        <p15:guide id="2" pos="439">
          <p15:clr>
            <a:srgbClr val="E46962"/>
          </p15:clr>
        </p15:guide>
        <p15:guide id="3" pos="3330">
          <p15:clr>
            <a:srgbClr val="E46962"/>
          </p15:clr>
        </p15:guide>
        <p15:guide id="4" orient="horz" pos="1552">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v2">
  <p:cSld name="SECTION_TITLE_AND_DESCRIPTION_2_2">
    <p:bg>
      <p:bgPr>
        <a:solidFill>
          <a:schemeClr val="dk1"/>
        </a:solidFill>
      </p:bgPr>
    </p:bg>
    <p:spTree>
      <p:nvGrpSpPr>
        <p:cNvPr id="157" name="Shape 157"/>
        <p:cNvGrpSpPr/>
        <p:nvPr/>
      </p:nvGrpSpPr>
      <p:grpSpPr>
        <a:xfrm>
          <a:off x="0" y="0"/>
          <a:ext cx="0" cy="0"/>
          <a:chOff x="0" y="0"/>
          <a:chExt cx="0" cy="0"/>
        </a:xfrm>
      </p:grpSpPr>
      <p:sp>
        <p:nvSpPr>
          <p:cNvPr id="158" name="Google Shape;158;p22"/>
          <p:cNvSpPr txBox="1"/>
          <p:nvPr>
            <p:ph type="title"/>
          </p:nvPr>
        </p:nvSpPr>
        <p:spPr>
          <a:xfrm>
            <a:off x="570825" y="472050"/>
            <a:ext cx="8011200" cy="464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9" name="Google Shape;159;p22"/>
          <p:cNvSpPr txBox="1"/>
          <p:nvPr>
            <p:ph idx="1" type="subTitle"/>
          </p:nvPr>
        </p:nvSpPr>
        <p:spPr>
          <a:xfrm>
            <a:off x="570825" y="1470400"/>
            <a:ext cx="22551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SzPts val="1400"/>
              <a:buFont typeface="Work Sans Medium"/>
              <a:buNone/>
              <a:defRPr sz="1400">
                <a:latin typeface="Work Sans Medium"/>
                <a:ea typeface="Work Sans Medium"/>
                <a:cs typeface="Work Sans Medium"/>
                <a:sym typeface="Work Sans Medium"/>
              </a:defRPr>
            </a:lvl2pPr>
            <a:lvl3pPr lvl="2">
              <a:spcBef>
                <a:spcPts val="0"/>
              </a:spcBef>
              <a:spcAft>
                <a:spcPts val="0"/>
              </a:spcAft>
              <a:buSzPts val="1400"/>
              <a:buFont typeface="Work Sans Medium"/>
              <a:buNone/>
              <a:defRPr sz="1400">
                <a:latin typeface="Work Sans Medium"/>
                <a:ea typeface="Work Sans Medium"/>
                <a:cs typeface="Work Sans Medium"/>
                <a:sym typeface="Work Sans Medium"/>
              </a:defRPr>
            </a:lvl3pPr>
            <a:lvl4pPr lvl="3">
              <a:spcBef>
                <a:spcPts val="0"/>
              </a:spcBef>
              <a:spcAft>
                <a:spcPts val="0"/>
              </a:spcAft>
              <a:buSzPts val="1400"/>
              <a:buFont typeface="Work Sans Medium"/>
              <a:buNone/>
              <a:defRPr sz="1400">
                <a:latin typeface="Work Sans Medium"/>
                <a:ea typeface="Work Sans Medium"/>
                <a:cs typeface="Work Sans Medium"/>
                <a:sym typeface="Work Sans Medium"/>
              </a:defRPr>
            </a:lvl4pPr>
            <a:lvl5pPr lvl="4">
              <a:spcBef>
                <a:spcPts val="0"/>
              </a:spcBef>
              <a:spcAft>
                <a:spcPts val="0"/>
              </a:spcAft>
              <a:buSzPts val="1400"/>
              <a:buFont typeface="Work Sans Medium"/>
              <a:buNone/>
              <a:defRPr sz="1400">
                <a:latin typeface="Work Sans Medium"/>
                <a:ea typeface="Work Sans Medium"/>
                <a:cs typeface="Work Sans Medium"/>
                <a:sym typeface="Work Sans Medium"/>
              </a:defRPr>
            </a:lvl5pPr>
            <a:lvl6pPr lvl="5">
              <a:spcBef>
                <a:spcPts val="0"/>
              </a:spcBef>
              <a:spcAft>
                <a:spcPts val="0"/>
              </a:spcAft>
              <a:buSzPts val="1400"/>
              <a:buFont typeface="Work Sans Medium"/>
              <a:buNone/>
              <a:defRPr sz="1400">
                <a:latin typeface="Work Sans Medium"/>
                <a:ea typeface="Work Sans Medium"/>
                <a:cs typeface="Work Sans Medium"/>
                <a:sym typeface="Work Sans Medium"/>
              </a:defRPr>
            </a:lvl6pPr>
            <a:lvl7pPr lvl="6">
              <a:spcBef>
                <a:spcPts val="0"/>
              </a:spcBef>
              <a:spcAft>
                <a:spcPts val="0"/>
              </a:spcAft>
              <a:buSzPts val="1400"/>
              <a:buFont typeface="Work Sans Medium"/>
              <a:buNone/>
              <a:defRPr sz="1400">
                <a:latin typeface="Work Sans Medium"/>
                <a:ea typeface="Work Sans Medium"/>
                <a:cs typeface="Work Sans Medium"/>
                <a:sym typeface="Work Sans Medium"/>
              </a:defRPr>
            </a:lvl7pPr>
            <a:lvl8pPr lvl="7">
              <a:spcBef>
                <a:spcPts val="0"/>
              </a:spcBef>
              <a:spcAft>
                <a:spcPts val="0"/>
              </a:spcAft>
              <a:buSzPts val="1400"/>
              <a:buFont typeface="Work Sans Medium"/>
              <a:buNone/>
              <a:defRPr sz="1400">
                <a:latin typeface="Work Sans Medium"/>
                <a:ea typeface="Work Sans Medium"/>
                <a:cs typeface="Work Sans Medium"/>
                <a:sym typeface="Work Sans Medium"/>
              </a:defRPr>
            </a:lvl8pPr>
            <a:lvl9pPr lvl="8">
              <a:spcBef>
                <a:spcPts val="0"/>
              </a:spcBef>
              <a:spcAft>
                <a:spcPts val="0"/>
              </a:spcAft>
              <a:buSzPts val="1400"/>
              <a:buFont typeface="Work Sans Medium"/>
              <a:buNone/>
              <a:defRPr sz="1400">
                <a:latin typeface="Work Sans Medium"/>
                <a:ea typeface="Work Sans Medium"/>
                <a:cs typeface="Work Sans Medium"/>
                <a:sym typeface="Work Sans Medium"/>
              </a:defRPr>
            </a:lvl9pPr>
          </a:lstStyle>
          <a:p/>
        </p:txBody>
      </p:sp>
      <p:sp>
        <p:nvSpPr>
          <p:cNvPr id="160" name="Google Shape;160;p22"/>
          <p:cNvSpPr txBox="1"/>
          <p:nvPr>
            <p:ph idx="2" type="body"/>
          </p:nvPr>
        </p:nvSpPr>
        <p:spPr>
          <a:xfrm>
            <a:off x="570825" y="2053374"/>
            <a:ext cx="22551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grpSp>
        <p:nvGrpSpPr>
          <p:cNvPr id="161" name="Google Shape;161;p22"/>
          <p:cNvGrpSpPr/>
          <p:nvPr/>
        </p:nvGrpSpPr>
        <p:grpSpPr>
          <a:xfrm>
            <a:off x="7995750" y="-1102025"/>
            <a:ext cx="2255100" cy="2255100"/>
            <a:chOff x="5814125" y="1393900"/>
            <a:chExt cx="2255100" cy="2255100"/>
          </a:xfrm>
        </p:grpSpPr>
        <p:sp>
          <p:nvSpPr>
            <p:cNvPr id="162" name="Google Shape;162;p22"/>
            <p:cNvSpPr/>
            <p:nvPr/>
          </p:nvSpPr>
          <p:spPr>
            <a:xfrm>
              <a:off x="6844025" y="1393900"/>
              <a:ext cx="195300" cy="225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63" name="Google Shape;163;p22"/>
            <p:cNvSpPr/>
            <p:nvPr/>
          </p:nvSpPr>
          <p:spPr>
            <a:xfrm rot="-5400000">
              <a:off x="6844025" y="1402250"/>
              <a:ext cx="195300" cy="225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64" name="Google Shape;164;p22"/>
            <p:cNvSpPr/>
            <p:nvPr/>
          </p:nvSpPr>
          <p:spPr>
            <a:xfrm rot="-2700000">
              <a:off x="6843997" y="1402319"/>
              <a:ext cx="195161" cy="2254964"/>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65" name="Google Shape;165;p22"/>
            <p:cNvSpPr/>
            <p:nvPr/>
          </p:nvSpPr>
          <p:spPr>
            <a:xfrm rot="-8100000">
              <a:off x="6849999" y="1408320"/>
              <a:ext cx="195161" cy="2254964"/>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166" name="Google Shape;166;p22"/>
          <p:cNvSpPr txBox="1"/>
          <p:nvPr>
            <p:ph idx="3" type="subTitle"/>
          </p:nvPr>
        </p:nvSpPr>
        <p:spPr>
          <a:xfrm>
            <a:off x="6197875" y="1470400"/>
            <a:ext cx="22551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SzPts val="1400"/>
              <a:buFont typeface="Work Sans Medium"/>
              <a:buNone/>
              <a:defRPr sz="1400">
                <a:latin typeface="Work Sans Medium"/>
                <a:ea typeface="Work Sans Medium"/>
                <a:cs typeface="Work Sans Medium"/>
                <a:sym typeface="Work Sans Medium"/>
              </a:defRPr>
            </a:lvl2pPr>
            <a:lvl3pPr lvl="2">
              <a:spcBef>
                <a:spcPts val="0"/>
              </a:spcBef>
              <a:spcAft>
                <a:spcPts val="0"/>
              </a:spcAft>
              <a:buSzPts val="1400"/>
              <a:buFont typeface="Work Sans Medium"/>
              <a:buNone/>
              <a:defRPr sz="1400">
                <a:latin typeface="Work Sans Medium"/>
                <a:ea typeface="Work Sans Medium"/>
                <a:cs typeface="Work Sans Medium"/>
                <a:sym typeface="Work Sans Medium"/>
              </a:defRPr>
            </a:lvl3pPr>
            <a:lvl4pPr lvl="3">
              <a:spcBef>
                <a:spcPts val="0"/>
              </a:spcBef>
              <a:spcAft>
                <a:spcPts val="0"/>
              </a:spcAft>
              <a:buSzPts val="1400"/>
              <a:buFont typeface="Work Sans Medium"/>
              <a:buNone/>
              <a:defRPr sz="1400">
                <a:latin typeface="Work Sans Medium"/>
                <a:ea typeface="Work Sans Medium"/>
                <a:cs typeface="Work Sans Medium"/>
                <a:sym typeface="Work Sans Medium"/>
              </a:defRPr>
            </a:lvl4pPr>
            <a:lvl5pPr lvl="4">
              <a:spcBef>
                <a:spcPts val="0"/>
              </a:spcBef>
              <a:spcAft>
                <a:spcPts val="0"/>
              </a:spcAft>
              <a:buSzPts val="1400"/>
              <a:buFont typeface="Work Sans Medium"/>
              <a:buNone/>
              <a:defRPr sz="1400">
                <a:latin typeface="Work Sans Medium"/>
                <a:ea typeface="Work Sans Medium"/>
                <a:cs typeface="Work Sans Medium"/>
                <a:sym typeface="Work Sans Medium"/>
              </a:defRPr>
            </a:lvl5pPr>
            <a:lvl6pPr lvl="5">
              <a:spcBef>
                <a:spcPts val="0"/>
              </a:spcBef>
              <a:spcAft>
                <a:spcPts val="0"/>
              </a:spcAft>
              <a:buSzPts val="1400"/>
              <a:buFont typeface="Work Sans Medium"/>
              <a:buNone/>
              <a:defRPr sz="1400">
                <a:latin typeface="Work Sans Medium"/>
                <a:ea typeface="Work Sans Medium"/>
                <a:cs typeface="Work Sans Medium"/>
                <a:sym typeface="Work Sans Medium"/>
              </a:defRPr>
            </a:lvl6pPr>
            <a:lvl7pPr lvl="6">
              <a:spcBef>
                <a:spcPts val="0"/>
              </a:spcBef>
              <a:spcAft>
                <a:spcPts val="0"/>
              </a:spcAft>
              <a:buSzPts val="1400"/>
              <a:buFont typeface="Work Sans Medium"/>
              <a:buNone/>
              <a:defRPr sz="1400">
                <a:latin typeface="Work Sans Medium"/>
                <a:ea typeface="Work Sans Medium"/>
                <a:cs typeface="Work Sans Medium"/>
                <a:sym typeface="Work Sans Medium"/>
              </a:defRPr>
            </a:lvl7pPr>
            <a:lvl8pPr lvl="7">
              <a:spcBef>
                <a:spcPts val="0"/>
              </a:spcBef>
              <a:spcAft>
                <a:spcPts val="0"/>
              </a:spcAft>
              <a:buSzPts val="1400"/>
              <a:buFont typeface="Work Sans Medium"/>
              <a:buNone/>
              <a:defRPr sz="1400">
                <a:latin typeface="Work Sans Medium"/>
                <a:ea typeface="Work Sans Medium"/>
                <a:cs typeface="Work Sans Medium"/>
                <a:sym typeface="Work Sans Medium"/>
              </a:defRPr>
            </a:lvl8pPr>
            <a:lvl9pPr lvl="8">
              <a:spcBef>
                <a:spcPts val="0"/>
              </a:spcBef>
              <a:spcAft>
                <a:spcPts val="0"/>
              </a:spcAft>
              <a:buSzPts val="1400"/>
              <a:buFont typeface="Work Sans Medium"/>
              <a:buNone/>
              <a:defRPr sz="1400">
                <a:latin typeface="Work Sans Medium"/>
                <a:ea typeface="Work Sans Medium"/>
                <a:cs typeface="Work Sans Medium"/>
                <a:sym typeface="Work Sans Medium"/>
              </a:defRPr>
            </a:lvl9pPr>
          </a:lstStyle>
          <a:p/>
        </p:txBody>
      </p:sp>
      <p:sp>
        <p:nvSpPr>
          <p:cNvPr id="167" name="Google Shape;167;p22"/>
          <p:cNvSpPr txBox="1"/>
          <p:nvPr>
            <p:ph idx="4" type="body"/>
          </p:nvPr>
        </p:nvSpPr>
        <p:spPr>
          <a:xfrm>
            <a:off x="6197875" y="2053374"/>
            <a:ext cx="22551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68" name="Google Shape;168;p22"/>
          <p:cNvSpPr txBox="1"/>
          <p:nvPr>
            <p:ph idx="5" type="subTitle"/>
          </p:nvPr>
        </p:nvSpPr>
        <p:spPr>
          <a:xfrm>
            <a:off x="3444450" y="1470400"/>
            <a:ext cx="22551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SzPts val="1400"/>
              <a:buFont typeface="Work Sans Medium"/>
              <a:buNone/>
              <a:defRPr sz="1400">
                <a:latin typeface="Work Sans Medium"/>
                <a:ea typeface="Work Sans Medium"/>
                <a:cs typeface="Work Sans Medium"/>
                <a:sym typeface="Work Sans Medium"/>
              </a:defRPr>
            </a:lvl2pPr>
            <a:lvl3pPr lvl="2">
              <a:spcBef>
                <a:spcPts val="0"/>
              </a:spcBef>
              <a:spcAft>
                <a:spcPts val="0"/>
              </a:spcAft>
              <a:buSzPts val="1400"/>
              <a:buFont typeface="Work Sans Medium"/>
              <a:buNone/>
              <a:defRPr sz="1400">
                <a:latin typeface="Work Sans Medium"/>
                <a:ea typeface="Work Sans Medium"/>
                <a:cs typeface="Work Sans Medium"/>
                <a:sym typeface="Work Sans Medium"/>
              </a:defRPr>
            </a:lvl3pPr>
            <a:lvl4pPr lvl="3">
              <a:spcBef>
                <a:spcPts val="0"/>
              </a:spcBef>
              <a:spcAft>
                <a:spcPts val="0"/>
              </a:spcAft>
              <a:buSzPts val="1400"/>
              <a:buFont typeface="Work Sans Medium"/>
              <a:buNone/>
              <a:defRPr sz="1400">
                <a:latin typeface="Work Sans Medium"/>
                <a:ea typeface="Work Sans Medium"/>
                <a:cs typeface="Work Sans Medium"/>
                <a:sym typeface="Work Sans Medium"/>
              </a:defRPr>
            </a:lvl4pPr>
            <a:lvl5pPr lvl="4">
              <a:spcBef>
                <a:spcPts val="0"/>
              </a:spcBef>
              <a:spcAft>
                <a:spcPts val="0"/>
              </a:spcAft>
              <a:buSzPts val="1400"/>
              <a:buFont typeface="Work Sans Medium"/>
              <a:buNone/>
              <a:defRPr sz="1400">
                <a:latin typeface="Work Sans Medium"/>
                <a:ea typeface="Work Sans Medium"/>
                <a:cs typeface="Work Sans Medium"/>
                <a:sym typeface="Work Sans Medium"/>
              </a:defRPr>
            </a:lvl5pPr>
            <a:lvl6pPr lvl="5">
              <a:spcBef>
                <a:spcPts val="0"/>
              </a:spcBef>
              <a:spcAft>
                <a:spcPts val="0"/>
              </a:spcAft>
              <a:buSzPts val="1400"/>
              <a:buFont typeface="Work Sans Medium"/>
              <a:buNone/>
              <a:defRPr sz="1400">
                <a:latin typeface="Work Sans Medium"/>
                <a:ea typeface="Work Sans Medium"/>
                <a:cs typeface="Work Sans Medium"/>
                <a:sym typeface="Work Sans Medium"/>
              </a:defRPr>
            </a:lvl6pPr>
            <a:lvl7pPr lvl="6">
              <a:spcBef>
                <a:spcPts val="0"/>
              </a:spcBef>
              <a:spcAft>
                <a:spcPts val="0"/>
              </a:spcAft>
              <a:buSzPts val="1400"/>
              <a:buFont typeface="Work Sans Medium"/>
              <a:buNone/>
              <a:defRPr sz="1400">
                <a:latin typeface="Work Sans Medium"/>
                <a:ea typeface="Work Sans Medium"/>
                <a:cs typeface="Work Sans Medium"/>
                <a:sym typeface="Work Sans Medium"/>
              </a:defRPr>
            </a:lvl7pPr>
            <a:lvl8pPr lvl="7">
              <a:spcBef>
                <a:spcPts val="0"/>
              </a:spcBef>
              <a:spcAft>
                <a:spcPts val="0"/>
              </a:spcAft>
              <a:buSzPts val="1400"/>
              <a:buFont typeface="Work Sans Medium"/>
              <a:buNone/>
              <a:defRPr sz="1400">
                <a:latin typeface="Work Sans Medium"/>
                <a:ea typeface="Work Sans Medium"/>
                <a:cs typeface="Work Sans Medium"/>
                <a:sym typeface="Work Sans Medium"/>
              </a:defRPr>
            </a:lvl8pPr>
            <a:lvl9pPr lvl="8">
              <a:spcBef>
                <a:spcPts val="0"/>
              </a:spcBef>
              <a:spcAft>
                <a:spcPts val="0"/>
              </a:spcAft>
              <a:buSzPts val="1400"/>
              <a:buFont typeface="Work Sans Medium"/>
              <a:buNone/>
              <a:defRPr sz="1400">
                <a:latin typeface="Work Sans Medium"/>
                <a:ea typeface="Work Sans Medium"/>
                <a:cs typeface="Work Sans Medium"/>
                <a:sym typeface="Work Sans Medium"/>
              </a:defRPr>
            </a:lvl9pPr>
          </a:lstStyle>
          <a:p/>
        </p:txBody>
      </p:sp>
      <p:sp>
        <p:nvSpPr>
          <p:cNvPr id="169" name="Google Shape;169;p22"/>
          <p:cNvSpPr txBox="1"/>
          <p:nvPr>
            <p:ph idx="6" type="body"/>
          </p:nvPr>
        </p:nvSpPr>
        <p:spPr>
          <a:xfrm>
            <a:off x="3444450" y="2053374"/>
            <a:ext cx="22551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v3 1 Image">
  <p:cSld name="SECTION_TITLE_AND_DESCRIPTION_2_2_1">
    <p:bg>
      <p:bgPr>
        <a:solidFill>
          <a:schemeClr val="dk1"/>
        </a:solidFill>
      </p:bgPr>
    </p:bg>
    <p:spTree>
      <p:nvGrpSpPr>
        <p:cNvPr id="170" name="Shape 170"/>
        <p:cNvGrpSpPr/>
        <p:nvPr/>
      </p:nvGrpSpPr>
      <p:grpSpPr>
        <a:xfrm>
          <a:off x="0" y="0"/>
          <a:ext cx="0" cy="0"/>
          <a:chOff x="0" y="0"/>
          <a:chExt cx="0" cy="0"/>
        </a:xfrm>
      </p:grpSpPr>
      <p:sp>
        <p:nvSpPr>
          <p:cNvPr id="171" name="Google Shape;171;p23"/>
          <p:cNvSpPr txBox="1"/>
          <p:nvPr>
            <p:ph type="title"/>
          </p:nvPr>
        </p:nvSpPr>
        <p:spPr>
          <a:xfrm>
            <a:off x="570825" y="472050"/>
            <a:ext cx="8011200" cy="464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72" name="Google Shape;172;p23"/>
          <p:cNvSpPr txBox="1"/>
          <p:nvPr>
            <p:ph idx="1" type="subTitle"/>
          </p:nvPr>
        </p:nvSpPr>
        <p:spPr>
          <a:xfrm>
            <a:off x="570825" y="2505175"/>
            <a:ext cx="22551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SzPts val="1400"/>
              <a:buFont typeface="Work Sans Medium"/>
              <a:buNone/>
              <a:defRPr sz="1400">
                <a:latin typeface="Work Sans Medium"/>
                <a:ea typeface="Work Sans Medium"/>
                <a:cs typeface="Work Sans Medium"/>
                <a:sym typeface="Work Sans Medium"/>
              </a:defRPr>
            </a:lvl2pPr>
            <a:lvl3pPr lvl="2">
              <a:spcBef>
                <a:spcPts val="0"/>
              </a:spcBef>
              <a:spcAft>
                <a:spcPts val="0"/>
              </a:spcAft>
              <a:buSzPts val="1400"/>
              <a:buFont typeface="Work Sans Medium"/>
              <a:buNone/>
              <a:defRPr sz="1400">
                <a:latin typeface="Work Sans Medium"/>
                <a:ea typeface="Work Sans Medium"/>
                <a:cs typeface="Work Sans Medium"/>
                <a:sym typeface="Work Sans Medium"/>
              </a:defRPr>
            </a:lvl3pPr>
            <a:lvl4pPr lvl="3">
              <a:spcBef>
                <a:spcPts val="0"/>
              </a:spcBef>
              <a:spcAft>
                <a:spcPts val="0"/>
              </a:spcAft>
              <a:buSzPts val="1400"/>
              <a:buFont typeface="Work Sans Medium"/>
              <a:buNone/>
              <a:defRPr sz="1400">
                <a:latin typeface="Work Sans Medium"/>
                <a:ea typeface="Work Sans Medium"/>
                <a:cs typeface="Work Sans Medium"/>
                <a:sym typeface="Work Sans Medium"/>
              </a:defRPr>
            </a:lvl4pPr>
            <a:lvl5pPr lvl="4">
              <a:spcBef>
                <a:spcPts val="0"/>
              </a:spcBef>
              <a:spcAft>
                <a:spcPts val="0"/>
              </a:spcAft>
              <a:buSzPts val="1400"/>
              <a:buFont typeface="Work Sans Medium"/>
              <a:buNone/>
              <a:defRPr sz="1400">
                <a:latin typeface="Work Sans Medium"/>
                <a:ea typeface="Work Sans Medium"/>
                <a:cs typeface="Work Sans Medium"/>
                <a:sym typeface="Work Sans Medium"/>
              </a:defRPr>
            </a:lvl5pPr>
            <a:lvl6pPr lvl="5">
              <a:spcBef>
                <a:spcPts val="0"/>
              </a:spcBef>
              <a:spcAft>
                <a:spcPts val="0"/>
              </a:spcAft>
              <a:buSzPts val="1400"/>
              <a:buFont typeface="Work Sans Medium"/>
              <a:buNone/>
              <a:defRPr sz="1400">
                <a:latin typeface="Work Sans Medium"/>
                <a:ea typeface="Work Sans Medium"/>
                <a:cs typeface="Work Sans Medium"/>
                <a:sym typeface="Work Sans Medium"/>
              </a:defRPr>
            </a:lvl6pPr>
            <a:lvl7pPr lvl="6">
              <a:spcBef>
                <a:spcPts val="0"/>
              </a:spcBef>
              <a:spcAft>
                <a:spcPts val="0"/>
              </a:spcAft>
              <a:buSzPts val="1400"/>
              <a:buFont typeface="Work Sans Medium"/>
              <a:buNone/>
              <a:defRPr sz="1400">
                <a:latin typeface="Work Sans Medium"/>
                <a:ea typeface="Work Sans Medium"/>
                <a:cs typeface="Work Sans Medium"/>
                <a:sym typeface="Work Sans Medium"/>
              </a:defRPr>
            </a:lvl7pPr>
            <a:lvl8pPr lvl="7">
              <a:spcBef>
                <a:spcPts val="0"/>
              </a:spcBef>
              <a:spcAft>
                <a:spcPts val="0"/>
              </a:spcAft>
              <a:buSzPts val="1400"/>
              <a:buFont typeface="Work Sans Medium"/>
              <a:buNone/>
              <a:defRPr sz="1400">
                <a:latin typeface="Work Sans Medium"/>
                <a:ea typeface="Work Sans Medium"/>
                <a:cs typeface="Work Sans Medium"/>
                <a:sym typeface="Work Sans Medium"/>
              </a:defRPr>
            </a:lvl8pPr>
            <a:lvl9pPr lvl="8">
              <a:spcBef>
                <a:spcPts val="0"/>
              </a:spcBef>
              <a:spcAft>
                <a:spcPts val="0"/>
              </a:spcAft>
              <a:buSzPts val="1400"/>
              <a:buFont typeface="Work Sans Medium"/>
              <a:buNone/>
              <a:defRPr sz="1400">
                <a:latin typeface="Work Sans Medium"/>
                <a:ea typeface="Work Sans Medium"/>
                <a:cs typeface="Work Sans Medium"/>
                <a:sym typeface="Work Sans Medium"/>
              </a:defRPr>
            </a:lvl9pPr>
          </a:lstStyle>
          <a:p/>
        </p:txBody>
      </p:sp>
      <p:sp>
        <p:nvSpPr>
          <p:cNvPr id="173" name="Google Shape;173;p23"/>
          <p:cNvSpPr txBox="1"/>
          <p:nvPr>
            <p:ph idx="2" type="body"/>
          </p:nvPr>
        </p:nvSpPr>
        <p:spPr>
          <a:xfrm>
            <a:off x="570825" y="3088150"/>
            <a:ext cx="2255100" cy="17625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grpSp>
        <p:nvGrpSpPr>
          <p:cNvPr id="174" name="Google Shape;174;p23"/>
          <p:cNvGrpSpPr/>
          <p:nvPr/>
        </p:nvGrpSpPr>
        <p:grpSpPr>
          <a:xfrm>
            <a:off x="7995750" y="-1102025"/>
            <a:ext cx="2255100" cy="2255100"/>
            <a:chOff x="5814125" y="1393900"/>
            <a:chExt cx="2255100" cy="2255100"/>
          </a:xfrm>
        </p:grpSpPr>
        <p:sp>
          <p:nvSpPr>
            <p:cNvPr id="175" name="Google Shape;175;p23"/>
            <p:cNvSpPr/>
            <p:nvPr/>
          </p:nvSpPr>
          <p:spPr>
            <a:xfrm>
              <a:off x="6844025" y="1393900"/>
              <a:ext cx="195300" cy="225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76" name="Google Shape;176;p23"/>
            <p:cNvSpPr/>
            <p:nvPr/>
          </p:nvSpPr>
          <p:spPr>
            <a:xfrm rot="-5400000">
              <a:off x="6844025" y="1402250"/>
              <a:ext cx="195300" cy="225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77" name="Google Shape;177;p23"/>
            <p:cNvSpPr/>
            <p:nvPr/>
          </p:nvSpPr>
          <p:spPr>
            <a:xfrm rot="-2700000">
              <a:off x="6843997" y="1402319"/>
              <a:ext cx="195161" cy="2254964"/>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78" name="Google Shape;178;p23"/>
            <p:cNvSpPr/>
            <p:nvPr/>
          </p:nvSpPr>
          <p:spPr>
            <a:xfrm rot="-8100000">
              <a:off x="6849999" y="1408320"/>
              <a:ext cx="195161" cy="2254964"/>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179" name="Google Shape;179;p23"/>
          <p:cNvSpPr txBox="1"/>
          <p:nvPr>
            <p:ph idx="3" type="subTitle"/>
          </p:nvPr>
        </p:nvSpPr>
        <p:spPr>
          <a:xfrm>
            <a:off x="6197875" y="2505175"/>
            <a:ext cx="22551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SzPts val="1400"/>
              <a:buFont typeface="Work Sans Medium"/>
              <a:buNone/>
              <a:defRPr sz="1400">
                <a:latin typeface="Work Sans Medium"/>
                <a:ea typeface="Work Sans Medium"/>
                <a:cs typeface="Work Sans Medium"/>
                <a:sym typeface="Work Sans Medium"/>
              </a:defRPr>
            </a:lvl2pPr>
            <a:lvl3pPr lvl="2">
              <a:spcBef>
                <a:spcPts val="0"/>
              </a:spcBef>
              <a:spcAft>
                <a:spcPts val="0"/>
              </a:spcAft>
              <a:buSzPts val="1400"/>
              <a:buFont typeface="Work Sans Medium"/>
              <a:buNone/>
              <a:defRPr sz="1400">
                <a:latin typeface="Work Sans Medium"/>
                <a:ea typeface="Work Sans Medium"/>
                <a:cs typeface="Work Sans Medium"/>
                <a:sym typeface="Work Sans Medium"/>
              </a:defRPr>
            </a:lvl3pPr>
            <a:lvl4pPr lvl="3">
              <a:spcBef>
                <a:spcPts val="0"/>
              </a:spcBef>
              <a:spcAft>
                <a:spcPts val="0"/>
              </a:spcAft>
              <a:buSzPts val="1400"/>
              <a:buFont typeface="Work Sans Medium"/>
              <a:buNone/>
              <a:defRPr sz="1400">
                <a:latin typeface="Work Sans Medium"/>
                <a:ea typeface="Work Sans Medium"/>
                <a:cs typeface="Work Sans Medium"/>
                <a:sym typeface="Work Sans Medium"/>
              </a:defRPr>
            </a:lvl4pPr>
            <a:lvl5pPr lvl="4">
              <a:spcBef>
                <a:spcPts val="0"/>
              </a:spcBef>
              <a:spcAft>
                <a:spcPts val="0"/>
              </a:spcAft>
              <a:buSzPts val="1400"/>
              <a:buFont typeface="Work Sans Medium"/>
              <a:buNone/>
              <a:defRPr sz="1400">
                <a:latin typeface="Work Sans Medium"/>
                <a:ea typeface="Work Sans Medium"/>
                <a:cs typeface="Work Sans Medium"/>
                <a:sym typeface="Work Sans Medium"/>
              </a:defRPr>
            </a:lvl5pPr>
            <a:lvl6pPr lvl="5">
              <a:spcBef>
                <a:spcPts val="0"/>
              </a:spcBef>
              <a:spcAft>
                <a:spcPts val="0"/>
              </a:spcAft>
              <a:buSzPts val="1400"/>
              <a:buFont typeface="Work Sans Medium"/>
              <a:buNone/>
              <a:defRPr sz="1400">
                <a:latin typeface="Work Sans Medium"/>
                <a:ea typeface="Work Sans Medium"/>
                <a:cs typeface="Work Sans Medium"/>
                <a:sym typeface="Work Sans Medium"/>
              </a:defRPr>
            </a:lvl6pPr>
            <a:lvl7pPr lvl="6">
              <a:spcBef>
                <a:spcPts val="0"/>
              </a:spcBef>
              <a:spcAft>
                <a:spcPts val="0"/>
              </a:spcAft>
              <a:buSzPts val="1400"/>
              <a:buFont typeface="Work Sans Medium"/>
              <a:buNone/>
              <a:defRPr sz="1400">
                <a:latin typeface="Work Sans Medium"/>
                <a:ea typeface="Work Sans Medium"/>
                <a:cs typeface="Work Sans Medium"/>
                <a:sym typeface="Work Sans Medium"/>
              </a:defRPr>
            </a:lvl7pPr>
            <a:lvl8pPr lvl="7">
              <a:spcBef>
                <a:spcPts val="0"/>
              </a:spcBef>
              <a:spcAft>
                <a:spcPts val="0"/>
              </a:spcAft>
              <a:buSzPts val="1400"/>
              <a:buFont typeface="Work Sans Medium"/>
              <a:buNone/>
              <a:defRPr sz="1400">
                <a:latin typeface="Work Sans Medium"/>
                <a:ea typeface="Work Sans Medium"/>
                <a:cs typeface="Work Sans Medium"/>
                <a:sym typeface="Work Sans Medium"/>
              </a:defRPr>
            </a:lvl8pPr>
            <a:lvl9pPr lvl="8">
              <a:spcBef>
                <a:spcPts val="0"/>
              </a:spcBef>
              <a:spcAft>
                <a:spcPts val="0"/>
              </a:spcAft>
              <a:buSzPts val="1400"/>
              <a:buFont typeface="Work Sans Medium"/>
              <a:buNone/>
              <a:defRPr sz="1400">
                <a:latin typeface="Work Sans Medium"/>
                <a:ea typeface="Work Sans Medium"/>
                <a:cs typeface="Work Sans Medium"/>
                <a:sym typeface="Work Sans Medium"/>
              </a:defRPr>
            </a:lvl9pPr>
          </a:lstStyle>
          <a:p/>
        </p:txBody>
      </p:sp>
      <p:sp>
        <p:nvSpPr>
          <p:cNvPr id="180" name="Google Shape;180;p23"/>
          <p:cNvSpPr txBox="1"/>
          <p:nvPr>
            <p:ph idx="4" type="body"/>
          </p:nvPr>
        </p:nvSpPr>
        <p:spPr>
          <a:xfrm>
            <a:off x="6197875" y="3088150"/>
            <a:ext cx="2255100" cy="17625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81" name="Google Shape;181;p23"/>
          <p:cNvSpPr txBox="1"/>
          <p:nvPr>
            <p:ph idx="5" type="subTitle"/>
          </p:nvPr>
        </p:nvSpPr>
        <p:spPr>
          <a:xfrm>
            <a:off x="3384350" y="2505175"/>
            <a:ext cx="22551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SzPts val="1400"/>
              <a:buFont typeface="Work Sans Medium"/>
              <a:buNone/>
              <a:defRPr sz="1400">
                <a:latin typeface="Work Sans Medium"/>
                <a:ea typeface="Work Sans Medium"/>
                <a:cs typeface="Work Sans Medium"/>
                <a:sym typeface="Work Sans Medium"/>
              </a:defRPr>
            </a:lvl2pPr>
            <a:lvl3pPr lvl="2">
              <a:spcBef>
                <a:spcPts val="0"/>
              </a:spcBef>
              <a:spcAft>
                <a:spcPts val="0"/>
              </a:spcAft>
              <a:buSzPts val="1400"/>
              <a:buFont typeface="Work Sans Medium"/>
              <a:buNone/>
              <a:defRPr sz="1400">
                <a:latin typeface="Work Sans Medium"/>
                <a:ea typeface="Work Sans Medium"/>
                <a:cs typeface="Work Sans Medium"/>
                <a:sym typeface="Work Sans Medium"/>
              </a:defRPr>
            </a:lvl3pPr>
            <a:lvl4pPr lvl="3">
              <a:spcBef>
                <a:spcPts val="0"/>
              </a:spcBef>
              <a:spcAft>
                <a:spcPts val="0"/>
              </a:spcAft>
              <a:buSzPts val="1400"/>
              <a:buFont typeface="Work Sans Medium"/>
              <a:buNone/>
              <a:defRPr sz="1400">
                <a:latin typeface="Work Sans Medium"/>
                <a:ea typeface="Work Sans Medium"/>
                <a:cs typeface="Work Sans Medium"/>
                <a:sym typeface="Work Sans Medium"/>
              </a:defRPr>
            </a:lvl4pPr>
            <a:lvl5pPr lvl="4">
              <a:spcBef>
                <a:spcPts val="0"/>
              </a:spcBef>
              <a:spcAft>
                <a:spcPts val="0"/>
              </a:spcAft>
              <a:buSzPts val="1400"/>
              <a:buFont typeface="Work Sans Medium"/>
              <a:buNone/>
              <a:defRPr sz="1400">
                <a:latin typeface="Work Sans Medium"/>
                <a:ea typeface="Work Sans Medium"/>
                <a:cs typeface="Work Sans Medium"/>
                <a:sym typeface="Work Sans Medium"/>
              </a:defRPr>
            </a:lvl5pPr>
            <a:lvl6pPr lvl="5">
              <a:spcBef>
                <a:spcPts val="0"/>
              </a:spcBef>
              <a:spcAft>
                <a:spcPts val="0"/>
              </a:spcAft>
              <a:buSzPts val="1400"/>
              <a:buFont typeface="Work Sans Medium"/>
              <a:buNone/>
              <a:defRPr sz="1400">
                <a:latin typeface="Work Sans Medium"/>
                <a:ea typeface="Work Sans Medium"/>
                <a:cs typeface="Work Sans Medium"/>
                <a:sym typeface="Work Sans Medium"/>
              </a:defRPr>
            </a:lvl6pPr>
            <a:lvl7pPr lvl="6">
              <a:spcBef>
                <a:spcPts val="0"/>
              </a:spcBef>
              <a:spcAft>
                <a:spcPts val="0"/>
              </a:spcAft>
              <a:buSzPts val="1400"/>
              <a:buFont typeface="Work Sans Medium"/>
              <a:buNone/>
              <a:defRPr sz="1400">
                <a:latin typeface="Work Sans Medium"/>
                <a:ea typeface="Work Sans Medium"/>
                <a:cs typeface="Work Sans Medium"/>
                <a:sym typeface="Work Sans Medium"/>
              </a:defRPr>
            </a:lvl7pPr>
            <a:lvl8pPr lvl="7">
              <a:spcBef>
                <a:spcPts val="0"/>
              </a:spcBef>
              <a:spcAft>
                <a:spcPts val="0"/>
              </a:spcAft>
              <a:buSzPts val="1400"/>
              <a:buFont typeface="Work Sans Medium"/>
              <a:buNone/>
              <a:defRPr sz="1400">
                <a:latin typeface="Work Sans Medium"/>
                <a:ea typeface="Work Sans Medium"/>
                <a:cs typeface="Work Sans Medium"/>
                <a:sym typeface="Work Sans Medium"/>
              </a:defRPr>
            </a:lvl8pPr>
            <a:lvl9pPr lvl="8">
              <a:spcBef>
                <a:spcPts val="0"/>
              </a:spcBef>
              <a:spcAft>
                <a:spcPts val="0"/>
              </a:spcAft>
              <a:buSzPts val="1400"/>
              <a:buFont typeface="Work Sans Medium"/>
              <a:buNone/>
              <a:defRPr sz="1400">
                <a:latin typeface="Work Sans Medium"/>
                <a:ea typeface="Work Sans Medium"/>
                <a:cs typeface="Work Sans Medium"/>
                <a:sym typeface="Work Sans Medium"/>
              </a:defRPr>
            </a:lvl9pPr>
          </a:lstStyle>
          <a:p/>
        </p:txBody>
      </p:sp>
      <p:sp>
        <p:nvSpPr>
          <p:cNvPr id="182" name="Google Shape;182;p23"/>
          <p:cNvSpPr txBox="1"/>
          <p:nvPr>
            <p:ph idx="6" type="body"/>
          </p:nvPr>
        </p:nvSpPr>
        <p:spPr>
          <a:xfrm>
            <a:off x="3384350" y="3088150"/>
            <a:ext cx="2255100" cy="17625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1"/>
              </a:buClr>
              <a:buSzPts val="1100"/>
              <a:buChar char="●"/>
              <a:defRPr>
                <a:solidFill>
                  <a:schemeClr val="lt1"/>
                </a:solidFill>
              </a:defRPr>
            </a:lvl1pPr>
            <a:lvl2pPr indent="-298450" lvl="1" marL="914400">
              <a:lnSpc>
                <a:spcPct val="100000"/>
              </a:lnSpc>
              <a:spcBef>
                <a:spcPts val="0"/>
              </a:spcBef>
              <a:spcAft>
                <a:spcPts val="0"/>
              </a:spcAft>
              <a:buClr>
                <a:schemeClr val="lt1"/>
              </a:buClr>
              <a:buSzPts val="1100"/>
              <a:buChar char="○"/>
              <a:defRPr>
                <a:solidFill>
                  <a:schemeClr val="lt1"/>
                </a:solidFill>
              </a:defRPr>
            </a:lvl2pPr>
            <a:lvl3pPr indent="-298450" lvl="2" marL="1371600">
              <a:lnSpc>
                <a:spcPct val="100000"/>
              </a:lnSpc>
              <a:spcBef>
                <a:spcPts val="0"/>
              </a:spcBef>
              <a:spcAft>
                <a:spcPts val="0"/>
              </a:spcAft>
              <a:buClr>
                <a:schemeClr val="lt1"/>
              </a:buClr>
              <a:buSzPts val="1100"/>
              <a:buChar char="■"/>
              <a:defRPr>
                <a:solidFill>
                  <a:schemeClr val="lt1"/>
                </a:solidFill>
              </a:defRPr>
            </a:lvl3pPr>
            <a:lvl4pPr indent="-298450" lvl="3" marL="1828800">
              <a:lnSpc>
                <a:spcPct val="100000"/>
              </a:lnSpc>
              <a:spcBef>
                <a:spcPts val="0"/>
              </a:spcBef>
              <a:spcAft>
                <a:spcPts val="0"/>
              </a:spcAft>
              <a:buClr>
                <a:schemeClr val="lt1"/>
              </a:buClr>
              <a:buSzPts val="1100"/>
              <a:buChar char="●"/>
              <a:defRPr>
                <a:solidFill>
                  <a:schemeClr val="lt1"/>
                </a:solidFill>
              </a:defRPr>
            </a:lvl4pPr>
            <a:lvl5pPr indent="-298450" lvl="4" marL="2286000">
              <a:lnSpc>
                <a:spcPct val="100000"/>
              </a:lnSpc>
              <a:spcBef>
                <a:spcPts val="0"/>
              </a:spcBef>
              <a:spcAft>
                <a:spcPts val="0"/>
              </a:spcAft>
              <a:buClr>
                <a:schemeClr val="lt1"/>
              </a:buClr>
              <a:buSzPts val="1100"/>
              <a:buChar char="○"/>
              <a:defRPr>
                <a:solidFill>
                  <a:schemeClr val="lt1"/>
                </a:solidFill>
              </a:defRPr>
            </a:lvl5pPr>
            <a:lvl6pPr indent="-298450" lvl="5" marL="2743200">
              <a:lnSpc>
                <a:spcPct val="100000"/>
              </a:lnSpc>
              <a:spcBef>
                <a:spcPts val="0"/>
              </a:spcBef>
              <a:spcAft>
                <a:spcPts val="0"/>
              </a:spcAft>
              <a:buClr>
                <a:schemeClr val="lt1"/>
              </a:buClr>
              <a:buSzPts val="1100"/>
              <a:buChar char="■"/>
              <a:defRPr>
                <a:solidFill>
                  <a:schemeClr val="lt1"/>
                </a:solidFill>
              </a:defRPr>
            </a:lvl6pPr>
            <a:lvl7pPr indent="-298450" lvl="6" marL="3200400">
              <a:lnSpc>
                <a:spcPct val="100000"/>
              </a:lnSpc>
              <a:spcBef>
                <a:spcPts val="0"/>
              </a:spcBef>
              <a:spcAft>
                <a:spcPts val="0"/>
              </a:spcAft>
              <a:buClr>
                <a:schemeClr val="lt1"/>
              </a:buClr>
              <a:buSzPts val="1100"/>
              <a:buChar char="●"/>
              <a:defRPr>
                <a:solidFill>
                  <a:schemeClr val="lt1"/>
                </a:solidFill>
              </a:defRPr>
            </a:lvl7pPr>
            <a:lvl8pPr indent="-298450" lvl="7" marL="3657600">
              <a:lnSpc>
                <a:spcPct val="100000"/>
              </a:lnSpc>
              <a:spcBef>
                <a:spcPts val="0"/>
              </a:spcBef>
              <a:spcAft>
                <a:spcPts val="0"/>
              </a:spcAft>
              <a:buClr>
                <a:schemeClr val="lt1"/>
              </a:buClr>
              <a:buSzPts val="1100"/>
              <a:buChar char="○"/>
              <a:defRPr>
                <a:solidFill>
                  <a:schemeClr val="lt1"/>
                </a:solidFill>
              </a:defRPr>
            </a:lvl8pPr>
            <a:lvl9pPr indent="-298450" lvl="8" marL="4114800">
              <a:lnSpc>
                <a:spcPct val="100000"/>
              </a:lnSpc>
              <a:spcBef>
                <a:spcPts val="0"/>
              </a:spcBef>
              <a:spcAft>
                <a:spcPts val="0"/>
              </a:spcAft>
              <a:buClr>
                <a:schemeClr val="lt1"/>
              </a:buClr>
              <a:buSzPts val="1100"/>
              <a:buChar char="■"/>
              <a:defRPr>
                <a:solidFill>
                  <a:schemeClr val="lt1"/>
                </a:solidFill>
              </a:defRPr>
            </a:lvl9pPr>
          </a:lstStyle>
          <a:p/>
        </p:txBody>
      </p:sp>
      <p:sp>
        <p:nvSpPr>
          <p:cNvPr id="183" name="Google Shape;183;p23"/>
          <p:cNvSpPr/>
          <p:nvPr>
            <p:ph idx="7" type="pic"/>
          </p:nvPr>
        </p:nvSpPr>
        <p:spPr>
          <a:xfrm>
            <a:off x="580475" y="1231625"/>
            <a:ext cx="2255100" cy="1110300"/>
          </a:xfrm>
          <a:prstGeom prst="rect">
            <a:avLst/>
          </a:prstGeom>
          <a:noFill/>
          <a:ln>
            <a:noFill/>
          </a:ln>
        </p:spPr>
      </p:sp>
      <p:sp>
        <p:nvSpPr>
          <p:cNvPr id="184" name="Google Shape;184;p23"/>
          <p:cNvSpPr/>
          <p:nvPr>
            <p:ph idx="8" type="pic"/>
          </p:nvPr>
        </p:nvSpPr>
        <p:spPr>
          <a:xfrm>
            <a:off x="3389175" y="1231625"/>
            <a:ext cx="2255100" cy="1110300"/>
          </a:xfrm>
          <a:prstGeom prst="rect">
            <a:avLst/>
          </a:prstGeom>
          <a:noFill/>
          <a:ln>
            <a:noFill/>
          </a:ln>
        </p:spPr>
      </p:sp>
      <p:sp>
        <p:nvSpPr>
          <p:cNvPr id="185" name="Google Shape;185;p23"/>
          <p:cNvSpPr/>
          <p:nvPr>
            <p:ph idx="9" type="pic"/>
          </p:nvPr>
        </p:nvSpPr>
        <p:spPr>
          <a:xfrm>
            <a:off x="6197875" y="1223148"/>
            <a:ext cx="2255100" cy="1110300"/>
          </a:xfrm>
          <a:prstGeom prst="rect">
            <a:avLst/>
          </a:prstGeom>
          <a:noFill/>
          <a:ln>
            <a:noFill/>
          </a:ln>
        </p:spPr>
      </p:sp>
    </p:spTree>
  </p:cSld>
  <p:clrMapOvr>
    <a:masterClrMapping/>
  </p:clrMapOvr>
  <p:extLst>
    <p:ext uri="{DCECCB84-F9BA-43D5-87BE-67443E8EF086}">
      <p15:sldGuideLst>
        <p15:guide id="1" orient="horz" pos="1620">
          <p15:clr>
            <a:srgbClr val="E46962"/>
          </p15:clr>
        </p15:guide>
        <p15:guide id="2" pos="2132">
          <p15:clr>
            <a:srgbClr val="E46962"/>
          </p15:clr>
        </p15:guide>
        <p15:guide id="3" orient="horz" pos="1475">
          <p15:clr>
            <a:srgbClr val="E46962"/>
          </p15:clr>
        </p15:guide>
        <p15:guide id="4" pos="390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3">
  <p:cSld name="SECTION_TITLE_AND_DESCRIPTION_2_1">
    <p:bg>
      <p:bgPr>
        <a:solidFill>
          <a:schemeClr val="lt1"/>
        </a:solidFill>
      </p:bgPr>
    </p:bg>
    <p:spTree>
      <p:nvGrpSpPr>
        <p:cNvPr id="186" name="Shape 186"/>
        <p:cNvGrpSpPr/>
        <p:nvPr/>
      </p:nvGrpSpPr>
      <p:grpSpPr>
        <a:xfrm>
          <a:off x="0" y="0"/>
          <a:ext cx="0" cy="0"/>
          <a:chOff x="0" y="0"/>
          <a:chExt cx="0" cy="0"/>
        </a:xfrm>
      </p:grpSpPr>
      <p:sp>
        <p:nvSpPr>
          <p:cNvPr id="187" name="Google Shape;187;p24"/>
          <p:cNvSpPr txBox="1"/>
          <p:nvPr>
            <p:ph type="title"/>
          </p:nvPr>
        </p:nvSpPr>
        <p:spPr>
          <a:xfrm>
            <a:off x="570825" y="472050"/>
            <a:ext cx="8011200" cy="4644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8" name="Google Shape;188;p24"/>
          <p:cNvSpPr txBox="1"/>
          <p:nvPr>
            <p:ph idx="1" type="subTitle"/>
          </p:nvPr>
        </p:nvSpPr>
        <p:spPr>
          <a:xfrm>
            <a:off x="570825" y="14704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1pPr>
            <a:lvl2pPr lvl="1">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2pPr>
            <a:lvl3pPr lvl="2">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3pPr>
            <a:lvl4pPr lvl="3">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4pPr>
            <a:lvl5pPr lvl="4">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5pPr>
            <a:lvl6pPr lvl="5">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6pPr>
            <a:lvl7pPr lvl="6">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7pPr>
            <a:lvl8pPr lvl="7">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8pPr>
            <a:lvl9pPr lvl="8">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9pPr>
          </a:lstStyle>
          <a:p/>
        </p:txBody>
      </p:sp>
      <p:sp>
        <p:nvSpPr>
          <p:cNvPr id="189" name="Google Shape;189;p24"/>
          <p:cNvSpPr txBox="1"/>
          <p:nvPr>
            <p:ph idx="2" type="body"/>
          </p:nvPr>
        </p:nvSpPr>
        <p:spPr>
          <a:xfrm>
            <a:off x="570825" y="2053373"/>
            <a:ext cx="32964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
        <p:nvSpPr>
          <p:cNvPr id="190" name="Google Shape;190;p24"/>
          <p:cNvSpPr txBox="1"/>
          <p:nvPr>
            <p:ph idx="3" type="subTitle"/>
          </p:nvPr>
        </p:nvSpPr>
        <p:spPr>
          <a:xfrm>
            <a:off x="5285700" y="14704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1pPr>
            <a:lvl2pPr lvl="1">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2pPr>
            <a:lvl3pPr lvl="2">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3pPr>
            <a:lvl4pPr lvl="3">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4pPr>
            <a:lvl5pPr lvl="4">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5pPr>
            <a:lvl6pPr lvl="5">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6pPr>
            <a:lvl7pPr lvl="6">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7pPr>
            <a:lvl8pPr lvl="7">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8pPr>
            <a:lvl9pPr lvl="8">
              <a:spcBef>
                <a:spcPts val="0"/>
              </a:spcBef>
              <a:spcAft>
                <a:spcPts val="0"/>
              </a:spcAft>
              <a:buClr>
                <a:schemeClr val="accent3"/>
              </a:buClr>
              <a:buSzPts val="1400"/>
              <a:buFont typeface="Work Sans Medium"/>
              <a:buNone/>
              <a:defRPr sz="1400">
                <a:solidFill>
                  <a:schemeClr val="accent3"/>
                </a:solidFill>
                <a:latin typeface="Work Sans Medium"/>
                <a:ea typeface="Work Sans Medium"/>
                <a:cs typeface="Work Sans Medium"/>
                <a:sym typeface="Work Sans Medium"/>
              </a:defRPr>
            </a:lvl9pPr>
          </a:lstStyle>
          <a:p/>
        </p:txBody>
      </p:sp>
      <p:sp>
        <p:nvSpPr>
          <p:cNvPr id="191" name="Google Shape;191;p24"/>
          <p:cNvSpPr txBox="1"/>
          <p:nvPr>
            <p:ph idx="4" type="body"/>
          </p:nvPr>
        </p:nvSpPr>
        <p:spPr>
          <a:xfrm>
            <a:off x="5285700" y="2053373"/>
            <a:ext cx="3296400" cy="22551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
        <p:nvSpPr>
          <p:cNvPr id="192" name="Google Shape;192;p24"/>
          <p:cNvSpPr/>
          <p:nvPr/>
        </p:nvSpPr>
        <p:spPr>
          <a:xfrm>
            <a:off x="0" y="0"/>
            <a:ext cx="76200" cy="5143500"/>
          </a:xfrm>
          <a:prstGeom prst="rect">
            <a:avLst/>
          </a:prstGeom>
          <a:solidFill>
            <a:srgbClr val="0048D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nvGrpSpPr>
          <p:cNvPr id="193" name="Google Shape;193;p24"/>
          <p:cNvGrpSpPr/>
          <p:nvPr/>
        </p:nvGrpSpPr>
        <p:grpSpPr>
          <a:xfrm>
            <a:off x="8325937" y="3901888"/>
            <a:ext cx="1814400" cy="1390613"/>
            <a:chOff x="2982412" y="1568263"/>
            <a:chExt cx="1814400" cy="1390613"/>
          </a:xfrm>
        </p:grpSpPr>
        <p:sp>
          <p:nvSpPr>
            <p:cNvPr id="194" name="Google Shape;194;p24"/>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5" name="Google Shape;195;p24"/>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6" name="Google Shape;196;p24"/>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7" name="Google Shape;197;p24"/>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8" name="Google Shape;198;p24"/>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Tree>
  </p:cSld>
  <p:clrMapOvr>
    <a:masterClrMapping/>
  </p:clrMapOvr>
  <p:extLst>
    <p:ext uri="{DCECCB84-F9BA-43D5-87BE-67443E8EF086}">
      <p15:sldGuideLst>
        <p15:guide id="1" orient="horz" pos="2551">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2">
  <p:cSld name="SECTION_TITLE_AND_DESCRIPTION_2_1_1">
    <p:bg>
      <p:bgPr>
        <a:solidFill>
          <a:schemeClr val="lt1"/>
        </a:solidFill>
      </p:bgPr>
    </p:bg>
    <p:spTree>
      <p:nvGrpSpPr>
        <p:cNvPr id="199" name="Shape 199"/>
        <p:cNvGrpSpPr/>
        <p:nvPr/>
      </p:nvGrpSpPr>
      <p:grpSpPr>
        <a:xfrm>
          <a:off x="0" y="0"/>
          <a:ext cx="0" cy="0"/>
          <a:chOff x="0" y="0"/>
          <a:chExt cx="0" cy="0"/>
        </a:xfrm>
      </p:grpSpPr>
      <p:sp>
        <p:nvSpPr>
          <p:cNvPr id="200" name="Google Shape;200;p25"/>
          <p:cNvSpPr txBox="1"/>
          <p:nvPr>
            <p:ph type="title"/>
          </p:nvPr>
        </p:nvSpPr>
        <p:spPr>
          <a:xfrm>
            <a:off x="570825" y="472050"/>
            <a:ext cx="7713900" cy="4644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01" name="Google Shape;201;p25"/>
          <p:cNvSpPr txBox="1"/>
          <p:nvPr>
            <p:ph idx="1" type="subTitle"/>
          </p:nvPr>
        </p:nvSpPr>
        <p:spPr>
          <a:xfrm>
            <a:off x="570825" y="14704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1pPr>
            <a:lvl2pPr lvl="1">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2pPr>
            <a:lvl3pPr lvl="2">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3pPr>
            <a:lvl4pPr lvl="3">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4pPr>
            <a:lvl5pPr lvl="4">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5pPr>
            <a:lvl6pPr lvl="5">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6pPr>
            <a:lvl7pPr lvl="6">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7pPr>
            <a:lvl8pPr lvl="7">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8pPr>
            <a:lvl9pPr lvl="8">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9pPr>
          </a:lstStyle>
          <a:p/>
        </p:txBody>
      </p:sp>
      <p:sp>
        <p:nvSpPr>
          <p:cNvPr id="202" name="Google Shape;202;p25"/>
          <p:cNvSpPr txBox="1"/>
          <p:nvPr>
            <p:ph idx="2" type="body"/>
          </p:nvPr>
        </p:nvSpPr>
        <p:spPr>
          <a:xfrm>
            <a:off x="4114125" y="1470400"/>
            <a:ext cx="4568100" cy="11637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
        <p:nvSpPr>
          <p:cNvPr id="203" name="Google Shape;203;p25"/>
          <p:cNvSpPr/>
          <p:nvPr/>
        </p:nvSpPr>
        <p:spPr>
          <a:xfrm>
            <a:off x="0" y="0"/>
            <a:ext cx="76200" cy="5143500"/>
          </a:xfrm>
          <a:prstGeom prst="rect">
            <a:avLst/>
          </a:prstGeom>
          <a:solidFill>
            <a:schemeClr val="accent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04" name="Google Shape;204;p25"/>
          <p:cNvSpPr txBox="1"/>
          <p:nvPr>
            <p:ph idx="3" type="subTitle"/>
          </p:nvPr>
        </p:nvSpPr>
        <p:spPr>
          <a:xfrm>
            <a:off x="570825" y="3042025"/>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1pPr>
            <a:lvl2pPr lvl="1">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2pPr>
            <a:lvl3pPr lvl="2">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3pPr>
            <a:lvl4pPr lvl="3">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4pPr>
            <a:lvl5pPr lvl="4">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5pPr>
            <a:lvl6pPr lvl="5">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6pPr>
            <a:lvl7pPr lvl="6">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7pPr>
            <a:lvl8pPr lvl="7">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8pPr>
            <a:lvl9pPr lvl="8">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9pPr>
          </a:lstStyle>
          <a:p/>
        </p:txBody>
      </p:sp>
      <p:sp>
        <p:nvSpPr>
          <p:cNvPr id="205" name="Google Shape;205;p25"/>
          <p:cNvSpPr txBox="1"/>
          <p:nvPr>
            <p:ph idx="4" type="body"/>
          </p:nvPr>
        </p:nvSpPr>
        <p:spPr>
          <a:xfrm>
            <a:off x="4114125" y="3042025"/>
            <a:ext cx="4568100" cy="11637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
        <p:nvSpPr>
          <p:cNvPr id="206" name="Google Shape;206;p25"/>
          <p:cNvSpPr/>
          <p:nvPr/>
        </p:nvSpPr>
        <p:spPr>
          <a:xfrm>
            <a:off x="8767975" y="0"/>
            <a:ext cx="3759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
  <p:cSld name="SECTION_TITLE_AND_DESCRIPTION_2_1_1_1">
    <p:bg>
      <p:bgPr>
        <a:solidFill>
          <a:schemeClr val="lt1"/>
        </a:solidFill>
      </p:bgPr>
    </p:bg>
    <p:spTree>
      <p:nvGrpSpPr>
        <p:cNvPr id="207" name="Shape 207"/>
        <p:cNvGrpSpPr/>
        <p:nvPr/>
      </p:nvGrpSpPr>
      <p:grpSpPr>
        <a:xfrm>
          <a:off x="0" y="0"/>
          <a:ext cx="0" cy="0"/>
          <a:chOff x="0" y="0"/>
          <a:chExt cx="0" cy="0"/>
        </a:xfrm>
      </p:grpSpPr>
      <p:sp>
        <p:nvSpPr>
          <p:cNvPr id="208" name="Google Shape;208;p26"/>
          <p:cNvSpPr txBox="1"/>
          <p:nvPr>
            <p:ph type="title"/>
          </p:nvPr>
        </p:nvSpPr>
        <p:spPr>
          <a:xfrm>
            <a:off x="570825" y="472050"/>
            <a:ext cx="7713900" cy="4644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09" name="Google Shape;209;p26"/>
          <p:cNvSpPr txBox="1"/>
          <p:nvPr>
            <p:ph idx="1" type="subTitle"/>
          </p:nvPr>
        </p:nvSpPr>
        <p:spPr>
          <a:xfrm>
            <a:off x="570825" y="14704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1pPr>
            <a:lvl2pPr lvl="1">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2pPr>
            <a:lvl3pPr lvl="2">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3pPr>
            <a:lvl4pPr lvl="3">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4pPr>
            <a:lvl5pPr lvl="4">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5pPr>
            <a:lvl6pPr lvl="5">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6pPr>
            <a:lvl7pPr lvl="6">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7pPr>
            <a:lvl8pPr lvl="7">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8pPr>
            <a:lvl9pPr lvl="8">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9pPr>
          </a:lstStyle>
          <a:p/>
        </p:txBody>
      </p:sp>
      <p:sp>
        <p:nvSpPr>
          <p:cNvPr id="210" name="Google Shape;210;p26"/>
          <p:cNvSpPr txBox="1"/>
          <p:nvPr>
            <p:ph idx="2" type="body"/>
          </p:nvPr>
        </p:nvSpPr>
        <p:spPr>
          <a:xfrm>
            <a:off x="4114125" y="1470400"/>
            <a:ext cx="4568100" cy="5799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
        <p:nvSpPr>
          <p:cNvPr id="211" name="Google Shape;211;p26"/>
          <p:cNvSpPr/>
          <p:nvPr/>
        </p:nvSpPr>
        <p:spPr>
          <a:xfrm>
            <a:off x="0" y="0"/>
            <a:ext cx="76200" cy="5143500"/>
          </a:xfrm>
          <a:prstGeom prst="rect">
            <a:avLst/>
          </a:prstGeom>
          <a:solidFill>
            <a:schemeClr val="accent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2" name="Google Shape;212;p26"/>
          <p:cNvSpPr/>
          <p:nvPr/>
        </p:nvSpPr>
        <p:spPr>
          <a:xfrm>
            <a:off x="8767975" y="0"/>
            <a:ext cx="3759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3" name="Google Shape;213;p26"/>
          <p:cNvSpPr txBox="1"/>
          <p:nvPr>
            <p:ph idx="3" type="subTitle"/>
          </p:nvPr>
        </p:nvSpPr>
        <p:spPr>
          <a:xfrm>
            <a:off x="570825" y="25041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1pPr>
            <a:lvl2pPr lvl="1">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2pPr>
            <a:lvl3pPr lvl="2">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3pPr>
            <a:lvl4pPr lvl="3">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4pPr>
            <a:lvl5pPr lvl="4">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5pPr>
            <a:lvl6pPr lvl="5">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6pPr>
            <a:lvl7pPr lvl="6">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7pPr>
            <a:lvl8pPr lvl="7">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8pPr>
            <a:lvl9pPr lvl="8">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9pPr>
          </a:lstStyle>
          <a:p/>
        </p:txBody>
      </p:sp>
      <p:sp>
        <p:nvSpPr>
          <p:cNvPr id="214" name="Google Shape;214;p26"/>
          <p:cNvSpPr txBox="1"/>
          <p:nvPr>
            <p:ph idx="4" type="body"/>
          </p:nvPr>
        </p:nvSpPr>
        <p:spPr>
          <a:xfrm>
            <a:off x="4114125" y="2504100"/>
            <a:ext cx="4568100" cy="5799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
        <p:nvSpPr>
          <p:cNvPr id="215" name="Google Shape;215;p26"/>
          <p:cNvSpPr txBox="1"/>
          <p:nvPr>
            <p:ph idx="5" type="subTitle"/>
          </p:nvPr>
        </p:nvSpPr>
        <p:spPr>
          <a:xfrm>
            <a:off x="570825" y="3537800"/>
            <a:ext cx="32964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1pPr>
            <a:lvl2pPr lvl="1">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2pPr>
            <a:lvl3pPr lvl="2">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3pPr>
            <a:lvl4pPr lvl="3">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4pPr>
            <a:lvl5pPr lvl="4">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5pPr>
            <a:lvl6pPr lvl="5">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6pPr>
            <a:lvl7pPr lvl="6">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7pPr>
            <a:lvl8pPr lvl="7">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8pPr>
            <a:lvl9pPr lvl="8">
              <a:spcBef>
                <a:spcPts val="0"/>
              </a:spcBef>
              <a:spcAft>
                <a:spcPts val="0"/>
              </a:spcAft>
              <a:buClr>
                <a:schemeClr val="accent2"/>
              </a:buClr>
              <a:buSzPts val="1400"/>
              <a:buFont typeface="Work Sans Medium"/>
              <a:buNone/>
              <a:defRPr sz="1400">
                <a:solidFill>
                  <a:schemeClr val="accent2"/>
                </a:solidFill>
                <a:latin typeface="Work Sans Medium"/>
                <a:ea typeface="Work Sans Medium"/>
                <a:cs typeface="Work Sans Medium"/>
                <a:sym typeface="Work Sans Medium"/>
              </a:defRPr>
            </a:lvl9pPr>
          </a:lstStyle>
          <a:p/>
        </p:txBody>
      </p:sp>
      <p:sp>
        <p:nvSpPr>
          <p:cNvPr id="216" name="Google Shape;216;p26"/>
          <p:cNvSpPr txBox="1"/>
          <p:nvPr>
            <p:ph idx="6" type="body"/>
          </p:nvPr>
        </p:nvSpPr>
        <p:spPr>
          <a:xfrm>
            <a:off x="4114125" y="3537800"/>
            <a:ext cx="4568100" cy="5799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2"/>
              </a:buClr>
              <a:buSzPts val="1100"/>
              <a:buChar char="●"/>
              <a:defRPr>
                <a:solidFill>
                  <a:schemeClr val="dk2"/>
                </a:solidFill>
              </a:defRPr>
            </a:lvl1pPr>
            <a:lvl2pPr indent="-298450" lvl="1" marL="914400">
              <a:lnSpc>
                <a:spcPct val="100000"/>
              </a:lnSpc>
              <a:spcBef>
                <a:spcPts val="0"/>
              </a:spcBef>
              <a:spcAft>
                <a:spcPts val="0"/>
              </a:spcAft>
              <a:buClr>
                <a:schemeClr val="dk2"/>
              </a:buClr>
              <a:buSzPts val="1100"/>
              <a:buChar char="○"/>
              <a:defRPr>
                <a:solidFill>
                  <a:schemeClr val="dk2"/>
                </a:solidFill>
              </a:defRPr>
            </a:lvl2pPr>
            <a:lvl3pPr indent="-298450" lvl="2" marL="1371600">
              <a:lnSpc>
                <a:spcPct val="100000"/>
              </a:lnSpc>
              <a:spcBef>
                <a:spcPts val="0"/>
              </a:spcBef>
              <a:spcAft>
                <a:spcPts val="0"/>
              </a:spcAft>
              <a:buClr>
                <a:schemeClr val="dk2"/>
              </a:buClr>
              <a:buSzPts val="1100"/>
              <a:buChar char="■"/>
              <a:defRPr>
                <a:solidFill>
                  <a:schemeClr val="dk2"/>
                </a:solidFill>
              </a:defRPr>
            </a:lvl3pPr>
            <a:lvl4pPr indent="-298450" lvl="3" marL="1828800">
              <a:lnSpc>
                <a:spcPct val="100000"/>
              </a:lnSpc>
              <a:spcBef>
                <a:spcPts val="0"/>
              </a:spcBef>
              <a:spcAft>
                <a:spcPts val="0"/>
              </a:spcAft>
              <a:buClr>
                <a:schemeClr val="dk2"/>
              </a:buClr>
              <a:buSzPts val="1100"/>
              <a:buChar char="●"/>
              <a:defRPr>
                <a:solidFill>
                  <a:schemeClr val="dk2"/>
                </a:solidFill>
              </a:defRPr>
            </a:lvl4pPr>
            <a:lvl5pPr indent="-298450" lvl="4" marL="2286000">
              <a:lnSpc>
                <a:spcPct val="100000"/>
              </a:lnSpc>
              <a:spcBef>
                <a:spcPts val="0"/>
              </a:spcBef>
              <a:spcAft>
                <a:spcPts val="0"/>
              </a:spcAft>
              <a:buClr>
                <a:schemeClr val="dk2"/>
              </a:buClr>
              <a:buSzPts val="1100"/>
              <a:buChar char="○"/>
              <a:defRPr>
                <a:solidFill>
                  <a:schemeClr val="dk2"/>
                </a:solidFill>
              </a:defRPr>
            </a:lvl5pPr>
            <a:lvl6pPr indent="-298450" lvl="5" marL="2743200">
              <a:lnSpc>
                <a:spcPct val="100000"/>
              </a:lnSpc>
              <a:spcBef>
                <a:spcPts val="0"/>
              </a:spcBef>
              <a:spcAft>
                <a:spcPts val="0"/>
              </a:spcAft>
              <a:buClr>
                <a:schemeClr val="dk2"/>
              </a:buClr>
              <a:buSzPts val="1100"/>
              <a:buChar char="■"/>
              <a:defRPr>
                <a:solidFill>
                  <a:schemeClr val="dk2"/>
                </a:solidFill>
              </a:defRPr>
            </a:lvl6pPr>
            <a:lvl7pPr indent="-298450" lvl="6" marL="3200400">
              <a:lnSpc>
                <a:spcPct val="100000"/>
              </a:lnSpc>
              <a:spcBef>
                <a:spcPts val="0"/>
              </a:spcBef>
              <a:spcAft>
                <a:spcPts val="0"/>
              </a:spcAft>
              <a:buClr>
                <a:schemeClr val="dk2"/>
              </a:buClr>
              <a:buSzPts val="1100"/>
              <a:buChar char="●"/>
              <a:defRPr>
                <a:solidFill>
                  <a:schemeClr val="dk2"/>
                </a:solidFill>
              </a:defRPr>
            </a:lvl7pPr>
            <a:lvl8pPr indent="-298450" lvl="7" marL="3657600">
              <a:lnSpc>
                <a:spcPct val="100000"/>
              </a:lnSpc>
              <a:spcBef>
                <a:spcPts val="0"/>
              </a:spcBef>
              <a:spcAft>
                <a:spcPts val="0"/>
              </a:spcAft>
              <a:buClr>
                <a:schemeClr val="dk2"/>
              </a:buClr>
              <a:buSzPts val="1100"/>
              <a:buChar char="○"/>
              <a:defRPr>
                <a:solidFill>
                  <a:schemeClr val="dk2"/>
                </a:solidFill>
              </a:defRPr>
            </a:lvl8pPr>
            <a:lvl9pPr indent="-298450" lvl="8" marL="4114800">
              <a:lnSpc>
                <a:spcPct val="100000"/>
              </a:lnSpc>
              <a:spcBef>
                <a:spcPts val="0"/>
              </a:spcBef>
              <a:spcAft>
                <a:spcPts val="0"/>
              </a:spcAft>
              <a:buClr>
                <a:schemeClr val="dk2"/>
              </a:buClr>
              <a:buSzPts val="1100"/>
              <a:buChar char="■"/>
              <a:defRPr>
                <a:solidFill>
                  <a:schemeClr val="dk2"/>
                </a:solidFill>
              </a:defRPr>
            </a:lvl9pPr>
          </a:lstStyle>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key metrics v3">
  <p:cSld name="SECTION_TITLE_AND_DESCRIPTION_1">
    <p:bg>
      <p:bgPr>
        <a:solidFill>
          <a:schemeClr val="dk1"/>
        </a:solidFill>
      </p:bgPr>
    </p:bg>
    <p:spTree>
      <p:nvGrpSpPr>
        <p:cNvPr id="217" name="Shape 217"/>
        <p:cNvGrpSpPr/>
        <p:nvPr/>
      </p:nvGrpSpPr>
      <p:grpSpPr>
        <a:xfrm>
          <a:off x="0" y="0"/>
          <a:ext cx="0" cy="0"/>
          <a:chOff x="0" y="0"/>
          <a:chExt cx="0" cy="0"/>
        </a:xfrm>
      </p:grpSpPr>
      <p:sp>
        <p:nvSpPr>
          <p:cNvPr id="218" name="Google Shape;218;p27"/>
          <p:cNvSpPr txBox="1"/>
          <p:nvPr>
            <p:ph type="title"/>
          </p:nvPr>
        </p:nvSpPr>
        <p:spPr>
          <a:xfrm>
            <a:off x="361276" y="472050"/>
            <a:ext cx="8418300" cy="464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None/>
              <a:defRPr sz="2400">
                <a:solidFill>
                  <a:schemeClr val="lt1"/>
                </a:solidFill>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219" name="Google Shape;219;p27"/>
          <p:cNvSpPr txBox="1"/>
          <p:nvPr>
            <p:ph idx="1" type="subTitle"/>
          </p:nvPr>
        </p:nvSpPr>
        <p:spPr>
          <a:xfrm>
            <a:off x="364500" y="2022852"/>
            <a:ext cx="20040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800"/>
              <a:buFont typeface="Work Sans SemiBold"/>
              <a:buNone/>
              <a:defRPr sz="1800">
                <a:solidFill>
                  <a:schemeClr val="accent3"/>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20" name="Google Shape;220;p27"/>
          <p:cNvSpPr txBox="1"/>
          <p:nvPr>
            <p:ph idx="2" type="body"/>
          </p:nvPr>
        </p:nvSpPr>
        <p:spPr>
          <a:xfrm>
            <a:off x="364500" y="3041950"/>
            <a:ext cx="20040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
        <p:nvSpPr>
          <p:cNvPr id="221" name="Google Shape;221;p27"/>
          <p:cNvSpPr txBox="1"/>
          <p:nvPr>
            <p:ph idx="3" type="subTitle"/>
          </p:nvPr>
        </p:nvSpPr>
        <p:spPr>
          <a:xfrm>
            <a:off x="2517475" y="2022852"/>
            <a:ext cx="20040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4"/>
              </a:buClr>
              <a:buSzPts val="1800"/>
              <a:buFont typeface="Work Sans SemiBold"/>
              <a:buNone/>
              <a:defRPr sz="1800">
                <a:solidFill>
                  <a:schemeClr val="accent4"/>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22" name="Google Shape;222;p27"/>
          <p:cNvSpPr txBox="1"/>
          <p:nvPr>
            <p:ph idx="4" type="body"/>
          </p:nvPr>
        </p:nvSpPr>
        <p:spPr>
          <a:xfrm>
            <a:off x="2517475" y="3041950"/>
            <a:ext cx="20040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
        <p:nvSpPr>
          <p:cNvPr id="223" name="Google Shape;223;p27"/>
          <p:cNvSpPr txBox="1"/>
          <p:nvPr>
            <p:ph idx="5" type="subTitle"/>
          </p:nvPr>
        </p:nvSpPr>
        <p:spPr>
          <a:xfrm>
            <a:off x="4643225" y="2022852"/>
            <a:ext cx="20040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1800"/>
              <a:buFont typeface="Work Sans SemiBold"/>
              <a:buNone/>
              <a:defRPr sz="1800">
                <a:solidFill>
                  <a:schemeClr val="accent1"/>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24" name="Google Shape;224;p27"/>
          <p:cNvSpPr txBox="1"/>
          <p:nvPr>
            <p:ph idx="6" type="body"/>
          </p:nvPr>
        </p:nvSpPr>
        <p:spPr>
          <a:xfrm>
            <a:off x="4643225" y="3041950"/>
            <a:ext cx="20040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
        <p:nvSpPr>
          <p:cNvPr id="225" name="Google Shape;225;p27"/>
          <p:cNvSpPr txBox="1"/>
          <p:nvPr>
            <p:ph idx="7" type="subTitle"/>
          </p:nvPr>
        </p:nvSpPr>
        <p:spPr>
          <a:xfrm>
            <a:off x="6775500" y="2022852"/>
            <a:ext cx="20040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26" name="Google Shape;226;p27"/>
          <p:cNvSpPr txBox="1"/>
          <p:nvPr>
            <p:ph idx="8" type="body"/>
          </p:nvPr>
        </p:nvSpPr>
        <p:spPr>
          <a:xfrm>
            <a:off x="6775500" y="3041950"/>
            <a:ext cx="20040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p:cSld name="SECTION_TITLE_AND_DESCRIPTION_1_1">
    <p:bg>
      <p:bgPr>
        <a:solidFill>
          <a:schemeClr val="dk1"/>
        </a:solidFill>
      </p:bgPr>
    </p:bg>
    <p:spTree>
      <p:nvGrpSpPr>
        <p:cNvPr id="227" name="Shape 227"/>
        <p:cNvGrpSpPr/>
        <p:nvPr/>
      </p:nvGrpSpPr>
      <p:grpSpPr>
        <a:xfrm>
          <a:off x="0" y="0"/>
          <a:ext cx="0" cy="0"/>
          <a:chOff x="0" y="0"/>
          <a:chExt cx="0" cy="0"/>
        </a:xfrm>
      </p:grpSpPr>
      <p:sp>
        <p:nvSpPr>
          <p:cNvPr id="228" name="Google Shape;228;p28"/>
          <p:cNvSpPr txBox="1"/>
          <p:nvPr>
            <p:ph type="title"/>
          </p:nvPr>
        </p:nvSpPr>
        <p:spPr>
          <a:xfrm>
            <a:off x="361276" y="472050"/>
            <a:ext cx="8418300" cy="464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None/>
              <a:defRPr sz="2400">
                <a:solidFill>
                  <a:schemeClr val="lt1"/>
                </a:solidFill>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229" name="Google Shape;229;p28"/>
          <p:cNvSpPr txBox="1"/>
          <p:nvPr>
            <p:ph idx="1" type="subTitle"/>
          </p:nvPr>
        </p:nvSpPr>
        <p:spPr>
          <a:xfrm>
            <a:off x="438478" y="2022850"/>
            <a:ext cx="24288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800"/>
              <a:buFont typeface="Work Sans SemiBold"/>
              <a:buNone/>
              <a:defRPr sz="1800">
                <a:solidFill>
                  <a:schemeClr val="accent3"/>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30" name="Google Shape;230;p28"/>
          <p:cNvSpPr txBox="1"/>
          <p:nvPr>
            <p:ph idx="2" type="body"/>
          </p:nvPr>
        </p:nvSpPr>
        <p:spPr>
          <a:xfrm>
            <a:off x="438478" y="3041949"/>
            <a:ext cx="24288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
        <p:nvSpPr>
          <p:cNvPr id="231" name="Google Shape;231;p28"/>
          <p:cNvSpPr txBox="1"/>
          <p:nvPr>
            <p:ph idx="3" type="subTitle"/>
          </p:nvPr>
        </p:nvSpPr>
        <p:spPr>
          <a:xfrm>
            <a:off x="6201103" y="2022850"/>
            <a:ext cx="24288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32" name="Google Shape;232;p28"/>
          <p:cNvSpPr txBox="1"/>
          <p:nvPr>
            <p:ph idx="4" type="body"/>
          </p:nvPr>
        </p:nvSpPr>
        <p:spPr>
          <a:xfrm>
            <a:off x="6201103" y="3041949"/>
            <a:ext cx="24288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
        <p:nvSpPr>
          <p:cNvPr id="233" name="Google Shape;233;p28"/>
          <p:cNvSpPr txBox="1"/>
          <p:nvPr>
            <p:ph idx="5" type="subTitle"/>
          </p:nvPr>
        </p:nvSpPr>
        <p:spPr>
          <a:xfrm>
            <a:off x="3319790" y="2022850"/>
            <a:ext cx="2428800" cy="40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4"/>
              </a:buClr>
              <a:buSzPts val="1800"/>
              <a:buFont typeface="Work Sans SemiBold"/>
              <a:buNone/>
              <a:defRPr sz="1800">
                <a:solidFill>
                  <a:schemeClr val="accent4"/>
                </a:solidFill>
                <a:latin typeface="Work Sans SemiBold"/>
                <a:ea typeface="Work Sans SemiBold"/>
                <a:cs typeface="Work Sans SemiBold"/>
                <a:sym typeface="Work Sans SemiBold"/>
              </a:defRPr>
            </a:lvl1pPr>
            <a:lvl2pPr lvl="1" algn="ctr">
              <a:spcBef>
                <a:spcPts val="0"/>
              </a:spcBef>
              <a:spcAft>
                <a:spcPts val="0"/>
              </a:spcAft>
              <a:buSzPts val="1100"/>
              <a:buFont typeface="Work Sans SemiBold"/>
              <a:buNone/>
              <a:defRPr>
                <a:latin typeface="Work Sans SemiBold"/>
                <a:ea typeface="Work Sans SemiBold"/>
                <a:cs typeface="Work Sans SemiBold"/>
                <a:sym typeface="Work Sans SemiBold"/>
              </a:defRPr>
            </a:lvl2pPr>
            <a:lvl3pPr lvl="2" algn="ctr">
              <a:spcBef>
                <a:spcPts val="0"/>
              </a:spcBef>
              <a:spcAft>
                <a:spcPts val="0"/>
              </a:spcAft>
              <a:buSzPts val="1100"/>
              <a:buFont typeface="Work Sans SemiBold"/>
              <a:buNone/>
              <a:defRPr>
                <a:latin typeface="Work Sans SemiBold"/>
                <a:ea typeface="Work Sans SemiBold"/>
                <a:cs typeface="Work Sans SemiBold"/>
                <a:sym typeface="Work Sans SemiBold"/>
              </a:defRPr>
            </a:lvl3pPr>
            <a:lvl4pPr lvl="3" algn="ctr">
              <a:spcBef>
                <a:spcPts val="0"/>
              </a:spcBef>
              <a:spcAft>
                <a:spcPts val="0"/>
              </a:spcAft>
              <a:buSzPts val="1100"/>
              <a:buFont typeface="Work Sans SemiBold"/>
              <a:buNone/>
              <a:defRPr>
                <a:latin typeface="Work Sans SemiBold"/>
                <a:ea typeface="Work Sans SemiBold"/>
                <a:cs typeface="Work Sans SemiBold"/>
                <a:sym typeface="Work Sans SemiBold"/>
              </a:defRPr>
            </a:lvl4pPr>
            <a:lvl5pPr lvl="4" algn="ctr">
              <a:spcBef>
                <a:spcPts val="0"/>
              </a:spcBef>
              <a:spcAft>
                <a:spcPts val="0"/>
              </a:spcAft>
              <a:buSzPts val="1100"/>
              <a:buFont typeface="Work Sans SemiBold"/>
              <a:buNone/>
              <a:defRPr>
                <a:latin typeface="Work Sans SemiBold"/>
                <a:ea typeface="Work Sans SemiBold"/>
                <a:cs typeface="Work Sans SemiBold"/>
                <a:sym typeface="Work Sans SemiBold"/>
              </a:defRPr>
            </a:lvl5pPr>
            <a:lvl6pPr lvl="5" algn="ctr">
              <a:spcBef>
                <a:spcPts val="0"/>
              </a:spcBef>
              <a:spcAft>
                <a:spcPts val="0"/>
              </a:spcAft>
              <a:buSzPts val="1100"/>
              <a:buFont typeface="Work Sans SemiBold"/>
              <a:buNone/>
              <a:defRPr>
                <a:latin typeface="Work Sans SemiBold"/>
                <a:ea typeface="Work Sans SemiBold"/>
                <a:cs typeface="Work Sans SemiBold"/>
                <a:sym typeface="Work Sans SemiBold"/>
              </a:defRPr>
            </a:lvl6pPr>
            <a:lvl7pPr lvl="6" algn="ctr">
              <a:spcBef>
                <a:spcPts val="0"/>
              </a:spcBef>
              <a:spcAft>
                <a:spcPts val="0"/>
              </a:spcAft>
              <a:buSzPts val="1100"/>
              <a:buFont typeface="Work Sans SemiBold"/>
              <a:buNone/>
              <a:defRPr>
                <a:latin typeface="Work Sans SemiBold"/>
                <a:ea typeface="Work Sans SemiBold"/>
                <a:cs typeface="Work Sans SemiBold"/>
                <a:sym typeface="Work Sans SemiBold"/>
              </a:defRPr>
            </a:lvl7pPr>
            <a:lvl8pPr lvl="7" algn="ctr">
              <a:spcBef>
                <a:spcPts val="0"/>
              </a:spcBef>
              <a:spcAft>
                <a:spcPts val="0"/>
              </a:spcAft>
              <a:buSzPts val="1100"/>
              <a:buFont typeface="Work Sans SemiBold"/>
              <a:buNone/>
              <a:defRPr>
                <a:latin typeface="Work Sans SemiBold"/>
                <a:ea typeface="Work Sans SemiBold"/>
                <a:cs typeface="Work Sans SemiBold"/>
                <a:sym typeface="Work Sans SemiBold"/>
              </a:defRPr>
            </a:lvl8pPr>
            <a:lvl9pPr lvl="8" algn="ctr">
              <a:spcBef>
                <a:spcPts val="0"/>
              </a:spcBef>
              <a:spcAft>
                <a:spcPts val="0"/>
              </a:spcAft>
              <a:buSzPts val="1100"/>
              <a:buFont typeface="Work Sans SemiBold"/>
              <a:buNone/>
              <a:defRPr>
                <a:latin typeface="Work Sans SemiBold"/>
                <a:ea typeface="Work Sans SemiBold"/>
                <a:cs typeface="Work Sans SemiBold"/>
                <a:sym typeface="Work Sans SemiBold"/>
              </a:defRPr>
            </a:lvl9pPr>
          </a:lstStyle>
          <a:p/>
        </p:txBody>
      </p:sp>
      <p:sp>
        <p:nvSpPr>
          <p:cNvPr id="234" name="Google Shape;234;p28"/>
          <p:cNvSpPr txBox="1"/>
          <p:nvPr>
            <p:ph idx="6" type="body"/>
          </p:nvPr>
        </p:nvSpPr>
        <p:spPr>
          <a:xfrm>
            <a:off x="3319790" y="3041949"/>
            <a:ext cx="2428800" cy="557400"/>
          </a:xfrm>
          <a:prstGeom prst="rect">
            <a:avLst/>
          </a:prstGeom>
        </p:spPr>
        <p:txBody>
          <a:bodyPr anchorCtr="0" anchor="t" bIns="91425" lIns="91425" spcFirstLastPara="1" rIns="91425" wrap="square" tIns="91425">
            <a:noAutofit/>
          </a:bodyPr>
          <a:lstStyle>
            <a:lvl1pPr indent="-298450" lvl="0" marL="457200" algn="ctr">
              <a:lnSpc>
                <a:spcPct val="100000"/>
              </a:lnSpc>
              <a:spcBef>
                <a:spcPts val="0"/>
              </a:spcBef>
              <a:spcAft>
                <a:spcPts val="0"/>
              </a:spcAft>
              <a:buClr>
                <a:schemeClr val="lt2"/>
              </a:buClr>
              <a:buSzPts val="1100"/>
              <a:buChar char="●"/>
              <a:defRPr>
                <a:solidFill>
                  <a:schemeClr val="lt2"/>
                </a:solidFill>
              </a:defRPr>
            </a:lvl1pPr>
            <a:lvl2pPr indent="-298450" lvl="1" marL="914400" algn="ctr">
              <a:lnSpc>
                <a:spcPct val="100000"/>
              </a:lnSpc>
              <a:spcBef>
                <a:spcPts val="0"/>
              </a:spcBef>
              <a:spcAft>
                <a:spcPts val="0"/>
              </a:spcAft>
              <a:buClr>
                <a:schemeClr val="lt2"/>
              </a:buClr>
              <a:buSzPts val="1100"/>
              <a:buChar char="○"/>
              <a:defRPr>
                <a:solidFill>
                  <a:schemeClr val="lt2"/>
                </a:solidFill>
              </a:defRPr>
            </a:lvl2pPr>
            <a:lvl3pPr indent="-298450" lvl="2" marL="1371600" algn="ctr">
              <a:lnSpc>
                <a:spcPct val="100000"/>
              </a:lnSpc>
              <a:spcBef>
                <a:spcPts val="0"/>
              </a:spcBef>
              <a:spcAft>
                <a:spcPts val="0"/>
              </a:spcAft>
              <a:buClr>
                <a:schemeClr val="lt2"/>
              </a:buClr>
              <a:buSzPts val="1100"/>
              <a:buChar char="■"/>
              <a:defRPr>
                <a:solidFill>
                  <a:schemeClr val="lt2"/>
                </a:solidFill>
              </a:defRPr>
            </a:lvl3pPr>
            <a:lvl4pPr indent="-298450" lvl="3" marL="1828800" algn="ctr">
              <a:lnSpc>
                <a:spcPct val="100000"/>
              </a:lnSpc>
              <a:spcBef>
                <a:spcPts val="0"/>
              </a:spcBef>
              <a:spcAft>
                <a:spcPts val="0"/>
              </a:spcAft>
              <a:buClr>
                <a:schemeClr val="lt2"/>
              </a:buClr>
              <a:buSzPts val="1100"/>
              <a:buChar char="●"/>
              <a:defRPr>
                <a:solidFill>
                  <a:schemeClr val="lt2"/>
                </a:solidFill>
              </a:defRPr>
            </a:lvl4pPr>
            <a:lvl5pPr indent="-298450" lvl="4" marL="2286000" algn="ctr">
              <a:lnSpc>
                <a:spcPct val="100000"/>
              </a:lnSpc>
              <a:spcBef>
                <a:spcPts val="0"/>
              </a:spcBef>
              <a:spcAft>
                <a:spcPts val="0"/>
              </a:spcAft>
              <a:buClr>
                <a:schemeClr val="lt2"/>
              </a:buClr>
              <a:buSzPts val="1100"/>
              <a:buChar char="○"/>
              <a:defRPr>
                <a:solidFill>
                  <a:schemeClr val="lt2"/>
                </a:solidFill>
              </a:defRPr>
            </a:lvl5pPr>
            <a:lvl6pPr indent="-298450" lvl="5" marL="2743200" algn="ctr">
              <a:lnSpc>
                <a:spcPct val="100000"/>
              </a:lnSpc>
              <a:spcBef>
                <a:spcPts val="0"/>
              </a:spcBef>
              <a:spcAft>
                <a:spcPts val="0"/>
              </a:spcAft>
              <a:buClr>
                <a:schemeClr val="lt2"/>
              </a:buClr>
              <a:buSzPts val="1100"/>
              <a:buChar char="■"/>
              <a:defRPr>
                <a:solidFill>
                  <a:schemeClr val="lt2"/>
                </a:solidFill>
              </a:defRPr>
            </a:lvl6pPr>
            <a:lvl7pPr indent="-298450" lvl="6" marL="3200400" algn="ctr">
              <a:lnSpc>
                <a:spcPct val="100000"/>
              </a:lnSpc>
              <a:spcBef>
                <a:spcPts val="0"/>
              </a:spcBef>
              <a:spcAft>
                <a:spcPts val="0"/>
              </a:spcAft>
              <a:buClr>
                <a:schemeClr val="lt2"/>
              </a:buClr>
              <a:buSzPts val="1100"/>
              <a:buChar char="●"/>
              <a:defRPr>
                <a:solidFill>
                  <a:schemeClr val="lt2"/>
                </a:solidFill>
              </a:defRPr>
            </a:lvl7pPr>
            <a:lvl8pPr indent="-298450" lvl="7" marL="3657600" algn="ctr">
              <a:lnSpc>
                <a:spcPct val="100000"/>
              </a:lnSpc>
              <a:spcBef>
                <a:spcPts val="0"/>
              </a:spcBef>
              <a:spcAft>
                <a:spcPts val="0"/>
              </a:spcAft>
              <a:buClr>
                <a:schemeClr val="lt2"/>
              </a:buClr>
              <a:buSzPts val="1100"/>
              <a:buChar char="○"/>
              <a:defRPr>
                <a:solidFill>
                  <a:schemeClr val="lt2"/>
                </a:solidFill>
              </a:defRPr>
            </a:lvl8pPr>
            <a:lvl9pPr indent="-298450" lvl="8" marL="4114800" algn="ctr">
              <a:lnSpc>
                <a:spcPct val="100000"/>
              </a:lnSpc>
              <a:spcBef>
                <a:spcPts val="0"/>
              </a:spcBef>
              <a:spcAft>
                <a:spcPts val="0"/>
              </a:spcAft>
              <a:buClr>
                <a:schemeClr val="lt2"/>
              </a:buClr>
              <a:buSzPts val="1100"/>
              <a:buChar char="■"/>
              <a:defRPr>
                <a:solidFill>
                  <a:schemeClr val="lt2"/>
                </a:solidFill>
              </a:defRPr>
            </a:lvl9pPr>
          </a:lstStyle>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v2">
  <p:cSld name="SECTION_TITLE_AND_DESCRIPTION_1_1_1">
    <p:bg>
      <p:bgPr>
        <a:solidFill>
          <a:schemeClr val="lt1"/>
        </a:solidFill>
      </p:bgPr>
    </p:bg>
    <p:spTree>
      <p:nvGrpSpPr>
        <p:cNvPr id="235" name="Shape 235"/>
        <p:cNvGrpSpPr/>
        <p:nvPr/>
      </p:nvGrpSpPr>
      <p:grpSpPr>
        <a:xfrm>
          <a:off x="0" y="0"/>
          <a:ext cx="0" cy="0"/>
          <a:chOff x="0" y="0"/>
          <a:chExt cx="0" cy="0"/>
        </a:xfrm>
      </p:grpSpPr>
      <p:sp>
        <p:nvSpPr>
          <p:cNvPr id="236" name="Google Shape;236;p29"/>
          <p:cNvSpPr/>
          <p:nvPr/>
        </p:nvSpPr>
        <p:spPr>
          <a:xfrm>
            <a:off x="-18875" y="2986025"/>
            <a:ext cx="9162900" cy="2200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37" name="Google Shape;237;p29"/>
          <p:cNvSpPr/>
          <p:nvPr/>
        </p:nvSpPr>
        <p:spPr>
          <a:xfrm>
            <a:off x="463900" y="1743075"/>
            <a:ext cx="2182200" cy="2424000"/>
          </a:xfrm>
          <a:prstGeom prst="snip1Rect">
            <a:avLst>
              <a:gd fmla="val 8737" name="adj"/>
            </a:avLst>
          </a:prstGeom>
          <a:solidFill>
            <a:srgbClr val="0048D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38" name="Google Shape;238;p29"/>
          <p:cNvSpPr txBox="1"/>
          <p:nvPr>
            <p:ph type="title"/>
          </p:nvPr>
        </p:nvSpPr>
        <p:spPr>
          <a:xfrm>
            <a:off x="361276" y="472050"/>
            <a:ext cx="8418300" cy="4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239" name="Google Shape;239;p29"/>
          <p:cNvSpPr txBox="1"/>
          <p:nvPr>
            <p:ph idx="1" type="subTitle"/>
          </p:nvPr>
        </p:nvSpPr>
        <p:spPr>
          <a:xfrm>
            <a:off x="626600" y="2022850"/>
            <a:ext cx="18765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spcBef>
                <a:spcPts val="0"/>
              </a:spcBef>
              <a:spcAft>
                <a:spcPts val="0"/>
              </a:spcAft>
              <a:buSzPts val="1800"/>
              <a:buFont typeface="Work Sans SemiBold"/>
              <a:buNone/>
              <a:defRPr sz="1800">
                <a:latin typeface="Work Sans SemiBold"/>
                <a:ea typeface="Work Sans SemiBold"/>
                <a:cs typeface="Work Sans SemiBold"/>
                <a:sym typeface="Work Sans SemiBold"/>
              </a:defRPr>
            </a:lvl2pPr>
            <a:lvl3pPr lvl="2">
              <a:spcBef>
                <a:spcPts val="0"/>
              </a:spcBef>
              <a:spcAft>
                <a:spcPts val="0"/>
              </a:spcAft>
              <a:buSzPts val="1800"/>
              <a:buFont typeface="Work Sans SemiBold"/>
              <a:buNone/>
              <a:defRPr sz="1800">
                <a:latin typeface="Work Sans SemiBold"/>
                <a:ea typeface="Work Sans SemiBold"/>
                <a:cs typeface="Work Sans SemiBold"/>
                <a:sym typeface="Work Sans SemiBold"/>
              </a:defRPr>
            </a:lvl3pPr>
            <a:lvl4pPr lvl="3">
              <a:spcBef>
                <a:spcPts val="0"/>
              </a:spcBef>
              <a:spcAft>
                <a:spcPts val="0"/>
              </a:spcAft>
              <a:buSzPts val="1800"/>
              <a:buFont typeface="Work Sans SemiBold"/>
              <a:buNone/>
              <a:defRPr sz="1800">
                <a:latin typeface="Work Sans SemiBold"/>
                <a:ea typeface="Work Sans SemiBold"/>
                <a:cs typeface="Work Sans SemiBold"/>
                <a:sym typeface="Work Sans SemiBold"/>
              </a:defRPr>
            </a:lvl4pPr>
            <a:lvl5pPr lvl="4">
              <a:spcBef>
                <a:spcPts val="0"/>
              </a:spcBef>
              <a:spcAft>
                <a:spcPts val="0"/>
              </a:spcAft>
              <a:buSzPts val="1800"/>
              <a:buFont typeface="Work Sans SemiBold"/>
              <a:buNone/>
              <a:defRPr sz="1800">
                <a:latin typeface="Work Sans SemiBold"/>
                <a:ea typeface="Work Sans SemiBold"/>
                <a:cs typeface="Work Sans SemiBold"/>
                <a:sym typeface="Work Sans SemiBold"/>
              </a:defRPr>
            </a:lvl5pPr>
            <a:lvl6pPr lvl="5">
              <a:spcBef>
                <a:spcPts val="0"/>
              </a:spcBef>
              <a:spcAft>
                <a:spcPts val="0"/>
              </a:spcAft>
              <a:buSzPts val="1800"/>
              <a:buFont typeface="Work Sans SemiBold"/>
              <a:buNone/>
              <a:defRPr sz="1800">
                <a:latin typeface="Work Sans SemiBold"/>
                <a:ea typeface="Work Sans SemiBold"/>
                <a:cs typeface="Work Sans SemiBold"/>
                <a:sym typeface="Work Sans SemiBold"/>
              </a:defRPr>
            </a:lvl6pPr>
            <a:lvl7pPr lvl="6">
              <a:spcBef>
                <a:spcPts val="0"/>
              </a:spcBef>
              <a:spcAft>
                <a:spcPts val="0"/>
              </a:spcAft>
              <a:buSzPts val="1800"/>
              <a:buFont typeface="Work Sans SemiBold"/>
              <a:buNone/>
              <a:defRPr sz="1800">
                <a:latin typeface="Work Sans SemiBold"/>
                <a:ea typeface="Work Sans SemiBold"/>
                <a:cs typeface="Work Sans SemiBold"/>
                <a:sym typeface="Work Sans SemiBold"/>
              </a:defRPr>
            </a:lvl7pPr>
            <a:lvl8pPr lvl="7">
              <a:spcBef>
                <a:spcPts val="0"/>
              </a:spcBef>
              <a:spcAft>
                <a:spcPts val="0"/>
              </a:spcAft>
              <a:buSzPts val="1800"/>
              <a:buFont typeface="Work Sans SemiBold"/>
              <a:buNone/>
              <a:defRPr sz="1800">
                <a:latin typeface="Work Sans SemiBold"/>
                <a:ea typeface="Work Sans SemiBold"/>
                <a:cs typeface="Work Sans SemiBold"/>
                <a:sym typeface="Work Sans SemiBold"/>
              </a:defRPr>
            </a:lvl8pPr>
            <a:lvl9pPr lvl="8">
              <a:spcBef>
                <a:spcPts val="0"/>
              </a:spcBef>
              <a:spcAft>
                <a:spcPts val="0"/>
              </a:spcAft>
              <a:buSzPts val="1800"/>
              <a:buFont typeface="Work Sans SemiBold"/>
              <a:buNone/>
              <a:defRPr sz="1800">
                <a:latin typeface="Work Sans SemiBold"/>
                <a:ea typeface="Work Sans SemiBold"/>
                <a:cs typeface="Work Sans SemiBold"/>
                <a:sym typeface="Work Sans SemiBold"/>
              </a:defRPr>
            </a:lvl9pPr>
          </a:lstStyle>
          <a:p/>
        </p:txBody>
      </p:sp>
      <p:sp>
        <p:nvSpPr>
          <p:cNvPr id="240" name="Google Shape;240;p29"/>
          <p:cNvSpPr txBox="1"/>
          <p:nvPr>
            <p:ph idx="2" type="body"/>
          </p:nvPr>
        </p:nvSpPr>
        <p:spPr>
          <a:xfrm>
            <a:off x="626675" y="3041950"/>
            <a:ext cx="1876500" cy="9369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2"/>
              </a:buClr>
              <a:buSzPts val="1100"/>
              <a:buChar char="●"/>
              <a:defRPr>
                <a:solidFill>
                  <a:schemeClr val="lt2"/>
                </a:solidFill>
              </a:defRPr>
            </a:lvl1pPr>
            <a:lvl2pPr indent="-298450" lvl="1" marL="914400">
              <a:lnSpc>
                <a:spcPct val="100000"/>
              </a:lnSpc>
              <a:spcBef>
                <a:spcPts val="0"/>
              </a:spcBef>
              <a:spcAft>
                <a:spcPts val="0"/>
              </a:spcAft>
              <a:buClr>
                <a:schemeClr val="lt2"/>
              </a:buClr>
              <a:buSzPts val="1100"/>
              <a:buChar char="○"/>
              <a:defRPr>
                <a:solidFill>
                  <a:schemeClr val="lt2"/>
                </a:solidFill>
              </a:defRPr>
            </a:lvl2pPr>
            <a:lvl3pPr indent="-298450" lvl="2" marL="1371600">
              <a:lnSpc>
                <a:spcPct val="100000"/>
              </a:lnSpc>
              <a:spcBef>
                <a:spcPts val="0"/>
              </a:spcBef>
              <a:spcAft>
                <a:spcPts val="0"/>
              </a:spcAft>
              <a:buClr>
                <a:schemeClr val="lt2"/>
              </a:buClr>
              <a:buSzPts val="1100"/>
              <a:buChar char="■"/>
              <a:defRPr>
                <a:solidFill>
                  <a:schemeClr val="lt2"/>
                </a:solidFill>
              </a:defRPr>
            </a:lvl3pPr>
            <a:lvl4pPr indent="-298450" lvl="3" marL="1828800">
              <a:lnSpc>
                <a:spcPct val="100000"/>
              </a:lnSpc>
              <a:spcBef>
                <a:spcPts val="0"/>
              </a:spcBef>
              <a:spcAft>
                <a:spcPts val="0"/>
              </a:spcAft>
              <a:buClr>
                <a:schemeClr val="lt2"/>
              </a:buClr>
              <a:buSzPts val="1100"/>
              <a:buChar char="●"/>
              <a:defRPr>
                <a:solidFill>
                  <a:schemeClr val="lt2"/>
                </a:solidFill>
              </a:defRPr>
            </a:lvl4pPr>
            <a:lvl5pPr indent="-298450" lvl="4" marL="2286000">
              <a:lnSpc>
                <a:spcPct val="100000"/>
              </a:lnSpc>
              <a:spcBef>
                <a:spcPts val="0"/>
              </a:spcBef>
              <a:spcAft>
                <a:spcPts val="0"/>
              </a:spcAft>
              <a:buClr>
                <a:schemeClr val="lt2"/>
              </a:buClr>
              <a:buSzPts val="1100"/>
              <a:buChar char="○"/>
              <a:defRPr>
                <a:solidFill>
                  <a:schemeClr val="lt2"/>
                </a:solidFill>
              </a:defRPr>
            </a:lvl5pPr>
            <a:lvl6pPr indent="-298450" lvl="5" marL="2743200">
              <a:lnSpc>
                <a:spcPct val="100000"/>
              </a:lnSpc>
              <a:spcBef>
                <a:spcPts val="0"/>
              </a:spcBef>
              <a:spcAft>
                <a:spcPts val="0"/>
              </a:spcAft>
              <a:buClr>
                <a:schemeClr val="lt2"/>
              </a:buClr>
              <a:buSzPts val="1100"/>
              <a:buChar char="■"/>
              <a:defRPr>
                <a:solidFill>
                  <a:schemeClr val="lt2"/>
                </a:solidFill>
              </a:defRPr>
            </a:lvl6pPr>
            <a:lvl7pPr indent="-298450" lvl="6" marL="3200400">
              <a:lnSpc>
                <a:spcPct val="100000"/>
              </a:lnSpc>
              <a:spcBef>
                <a:spcPts val="0"/>
              </a:spcBef>
              <a:spcAft>
                <a:spcPts val="0"/>
              </a:spcAft>
              <a:buClr>
                <a:schemeClr val="lt2"/>
              </a:buClr>
              <a:buSzPts val="1100"/>
              <a:buChar char="●"/>
              <a:defRPr>
                <a:solidFill>
                  <a:schemeClr val="lt2"/>
                </a:solidFill>
              </a:defRPr>
            </a:lvl7pPr>
            <a:lvl8pPr indent="-298450" lvl="7" marL="3657600">
              <a:lnSpc>
                <a:spcPct val="100000"/>
              </a:lnSpc>
              <a:spcBef>
                <a:spcPts val="0"/>
              </a:spcBef>
              <a:spcAft>
                <a:spcPts val="0"/>
              </a:spcAft>
              <a:buClr>
                <a:schemeClr val="lt2"/>
              </a:buClr>
              <a:buSzPts val="1100"/>
              <a:buChar char="○"/>
              <a:defRPr>
                <a:solidFill>
                  <a:schemeClr val="lt2"/>
                </a:solidFill>
              </a:defRPr>
            </a:lvl8pPr>
            <a:lvl9pPr indent="-298450" lvl="8" marL="4114800">
              <a:lnSpc>
                <a:spcPct val="100000"/>
              </a:lnSpc>
              <a:spcBef>
                <a:spcPts val="0"/>
              </a:spcBef>
              <a:spcAft>
                <a:spcPts val="0"/>
              </a:spcAft>
              <a:buClr>
                <a:schemeClr val="lt2"/>
              </a:buClr>
              <a:buSzPts val="1100"/>
              <a:buChar char="■"/>
              <a:defRPr>
                <a:solidFill>
                  <a:schemeClr val="lt2"/>
                </a:solidFill>
              </a:defRPr>
            </a:lvl9pPr>
          </a:lstStyle>
          <a:p/>
        </p:txBody>
      </p:sp>
      <p:sp>
        <p:nvSpPr>
          <p:cNvPr id="241" name="Google Shape;241;p29"/>
          <p:cNvSpPr/>
          <p:nvPr/>
        </p:nvSpPr>
        <p:spPr>
          <a:xfrm>
            <a:off x="6497900" y="1743075"/>
            <a:ext cx="2182200" cy="2424000"/>
          </a:xfrm>
          <a:prstGeom prst="snip1Rect">
            <a:avLst>
              <a:gd fmla="val 8737" name="adj"/>
            </a:avLst>
          </a:prstGeom>
          <a:solidFill>
            <a:schemeClr val="accent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42" name="Google Shape;242;p29"/>
          <p:cNvSpPr txBox="1"/>
          <p:nvPr>
            <p:ph idx="3" type="subTitle"/>
          </p:nvPr>
        </p:nvSpPr>
        <p:spPr>
          <a:xfrm>
            <a:off x="6660600" y="2022850"/>
            <a:ext cx="18765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spcBef>
                <a:spcPts val="0"/>
              </a:spcBef>
              <a:spcAft>
                <a:spcPts val="0"/>
              </a:spcAft>
              <a:buSzPts val="1800"/>
              <a:buFont typeface="Work Sans SemiBold"/>
              <a:buNone/>
              <a:defRPr sz="1800">
                <a:latin typeface="Work Sans SemiBold"/>
                <a:ea typeface="Work Sans SemiBold"/>
                <a:cs typeface="Work Sans SemiBold"/>
                <a:sym typeface="Work Sans SemiBold"/>
              </a:defRPr>
            </a:lvl2pPr>
            <a:lvl3pPr lvl="2">
              <a:spcBef>
                <a:spcPts val="0"/>
              </a:spcBef>
              <a:spcAft>
                <a:spcPts val="0"/>
              </a:spcAft>
              <a:buSzPts val="1800"/>
              <a:buFont typeface="Work Sans SemiBold"/>
              <a:buNone/>
              <a:defRPr sz="1800">
                <a:latin typeface="Work Sans SemiBold"/>
                <a:ea typeface="Work Sans SemiBold"/>
                <a:cs typeface="Work Sans SemiBold"/>
                <a:sym typeface="Work Sans SemiBold"/>
              </a:defRPr>
            </a:lvl3pPr>
            <a:lvl4pPr lvl="3">
              <a:spcBef>
                <a:spcPts val="0"/>
              </a:spcBef>
              <a:spcAft>
                <a:spcPts val="0"/>
              </a:spcAft>
              <a:buSzPts val="1800"/>
              <a:buFont typeface="Work Sans SemiBold"/>
              <a:buNone/>
              <a:defRPr sz="1800">
                <a:latin typeface="Work Sans SemiBold"/>
                <a:ea typeface="Work Sans SemiBold"/>
                <a:cs typeface="Work Sans SemiBold"/>
                <a:sym typeface="Work Sans SemiBold"/>
              </a:defRPr>
            </a:lvl4pPr>
            <a:lvl5pPr lvl="4">
              <a:spcBef>
                <a:spcPts val="0"/>
              </a:spcBef>
              <a:spcAft>
                <a:spcPts val="0"/>
              </a:spcAft>
              <a:buSzPts val="1800"/>
              <a:buFont typeface="Work Sans SemiBold"/>
              <a:buNone/>
              <a:defRPr sz="1800">
                <a:latin typeface="Work Sans SemiBold"/>
                <a:ea typeface="Work Sans SemiBold"/>
                <a:cs typeface="Work Sans SemiBold"/>
                <a:sym typeface="Work Sans SemiBold"/>
              </a:defRPr>
            </a:lvl5pPr>
            <a:lvl6pPr lvl="5">
              <a:spcBef>
                <a:spcPts val="0"/>
              </a:spcBef>
              <a:spcAft>
                <a:spcPts val="0"/>
              </a:spcAft>
              <a:buSzPts val="1800"/>
              <a:buFont typeface="Work Sans SemiBold"/>
              <a:buNone/>
              <a:defRPr sz="1800">
                <a:latin typeface="Work Sans SemiBold"/>
                <a:ea typeface="Work Sans SemiBold"/>
                <a:cs typeface="Work Sans SemiBold"/>
                <a:sym typeface="Work Sans SemiBold"/>
              </a:defRPr>
            </a:lvl6pPr>
            <a:lvl7pPr lvl="6">
              <a:spcBef>
                <a:spcPts val="0"/>
              </a:spcBef>
              <a:spcAft>
                <a:spcPts val="0"/>
              </a:spcAft>
              <a:buSzPts val="1800"/>
              <a:buFont typeface="Work Sans SemiBold"/>
              <a:buNone/>
              <a:defRPr sz="1800">
                <a:latin typeface="Work Sans SemiBold"/>
                <a:ea typeface="Work Sans SemiBold"/>
                <a:cs typeface="Work Sans SemiBold"/>
                <a:sym typeface="Work Sans SemiBold"/>
              </a:defRPr>
            </a:lvl7pPr>
            <a:lvl8pPr lvl="7">
              <a:spcBef>
                <a:spcPts val="0"/>
              </a:spcBef>
              <a:spcAft>
                <a:spcPts val="0"/>
              </a:spcAft>
              <a:buSzPts val="1800"/>
              <a:buFont typeface="Work Sans SemiBold"/>
              <a:buNone/>
              <a:defRPr sz="1800">
                <a:latin typeface="Work Sans SemiBold"/>
                <a:ea typeface="Work Sans SemiBold"/>
                <a:cs typeface="Work Sans SemiBold"/>
                <a:sym typeface="Work Sans SemiBold"/>
              </a:defRPr>
            </a:lvl8pPr>
            <a:lvl9pPr lvl="8">
              <a:spcBef>
                <a:spcPts val="0"/>
              </a:spcBef>
              <a:spcAft>
                <a:spcPts val="0"/>
              </a:spcAft>
              <a:buSzPts val="1800"/>
              <a:buFont typeface="Work Sans SemiBold"/>
              <a:buNone/>
              <a:defRPr sz="1800">
                <a:latin typeface="Work Sans SemiBold"/>
                <a:ea typeface="Work Sans SemiBold"/>
                <a:cs typeface="Work Sans SemiBold"/>
                <a:sym typeface="Work Sans SemiBold"/>
              </a:defRPr>
            </a:lvl9pPr>
          </a:lstStyle>
          <a:p/>
        </p:txBody>
      </p:sp>
      <p:sp>
        <p:nvSpPr>
          <p:cNvPr id="243" name="Google Shape;243;p29"/>
          <p:cNvSpPr txBox="1"/>
          <p:nvPr>
            <p:ph idx="4" type="body"/>
          </p:nvPr>
        </p:nvSpPr>
        <p:spPr>
          <a:xfrm>
            <a:off x="6660675" y="3041950"/>
            <a:ext cx="1876500" cy="9369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2"/>
              </a:buClr>
              <a:buSzPts val="1100"/>
              <a:buChar char="●"/>
              <a:defRPr>
                <a:solidFill>
                  <a:schemeClr val="lt2"/>
                </a:solidFill>
              </a:defRPr>
            </a:lvl1pPr>
            <a:lvl2pPr indent="-298450" lvl="1" marL="914400">
              <a:lnSpc>
                <a:spcPct val="100000"/>
              </a:lnSpc>
              <a:spcBef>
                <a:spcPts val="0"/>
              </a:spcBef>
              <a:spcAft>
                <a:spcPts val="0"/>
              </a:spcAft>
              <a:buClr>
                <a:schemeClr val="lt2"/>
              </a:buClr>
              <a:buSzPts val="1100"/>
              <a:buChar char="○"/>
              <a:defRPr>
                <a:solidFill>
                  <a:schemeClr val="lt2"/>
                </a:solidFill>
              </a:defRPr>
            </a:lvl2pPr>
            <a:lvl3pPr indent="-298450" lvl="2" marL="1371600">
              <a:lnSpc>
                <a:spcPct val="100000"/>
              </a:lnSpc>
              <a:spcBef>
                <a:spcPts val="0"/>
              </a:spcBef>
              <a:spcAft>
                <a:spcPts val="0"/>
              </a:spcAft>
              <a:buClr>
                <a:schemeClr val="lt2"/>
              </a:buClr>
              <a:buSzPts val="1100"/>
              <a:buChar char="■"/>
              <a:defRPr>
                <a:solidFill>
                  <a:schemeClr val="lt2"/>
                </a:solidFill>
              </a:defRPr>
            </a:lvl3pPr>
            <a:lvl4pPr indent="-298450" lvl="3" marL="1828800">
              <a:lnSpc>
                <a:spcPct val="100000"/>
              </a:lnSpc>
              <a:spcBef>
                <a:spcPts val="0"/>
              </a:spcBef>
              <a:spcAft>
                <a:spcPts val="0"/>
              </a:spcAft>
              <a:buClr>
                <a:schemeClr val="lt2"/>
              </a:buClr>
              <a:buSzPts val="1100"/>
              <a:buChar char="●"/>
              <a:defRPr>
                <a:solidFill>
                  <a:schemeClr val="lt2"/>
                </a:solidFill>
              </a:defRPr>
            </a:lvl4pPr>
            <a:lvl5pPr indent="-298450" lvl="4" marL="2286000">
              <a:lnSpc>
                <a:spcPct val="100000"/>
              </a:lnSpc>
              <a:spcBef>
                <a:spcPts val="0"/>
              </a:spcBef>
              <a:spcAft>
                <a:spcPts val="0"/>
              </a:spcAft>
              <a:buClr>
                <a:schemeClr val="lt2"/>
              </a:buClr>
              <a:buSzPts val="1100"/>
              <a:buChar char="○"/>
              <a:defRPr>
                <a:solidFill>
                  <a:schemeClr val="lt2"/>
                </a:solidFill>
              </a:defRPr>
            </a:lvl5pPr>
            <a:lvl6pPr indent="-298450" lvl="5" marL="2743200">
              <a:lnSpc>
                <a:spcPct val="100000"/>
              </a:lnSpc>
              <a:spcBef>
                <a:spcPts val="0"/>
              </a:spcBef>
              <a:spcAft>
                <a:spcPts val="0"/>
              </a:spcAft>
              <a:buClr>
                <a:schemeClr val="lt2"/>
              </a:buClr>
              <a:buSzPts val="1100"/>
              <a:buChar char="■"/>
              <a:defRPr>
                <a:solidFill>
                  <a:schemeClr val="lt2"/>
                </a:solidFill>
              </a:defRPr>
            </a:lvl6pPr>
            <a:lvl7pPr indent="-298450" lvl="6" marL="3200400">
              <a:lnSpc>
                <a:spcPct val="100000"/>
              </a:lnSpc>
              <a:spcBef>
                <a:spcPts val="0"/>
              </a:spcBef>
              <a:spcAft>
                <a:spcPts val="0"/>
              </a:spcAft>
              <a:buClr>
                <a:schemeClr val="lt2"/>
              </a:buClr>
              <a:buSzPts val="1100"/>
              <a:buChar char="●"/>
              <a:defRPr>
                <a:solidFill>
                  <a:schemeClr val="lt2"/>
                </a:solidFill>
              </a:defRPr>
            </a:lvl7pPr>
            <a:lvl8pPr indent="-298450" lvl="7" marL="3657600">
              <a:lnSpc>
                <a:spcPct val="100000"/>
              </a:lnSpc>
              <a:spcBef>
                <a:spcPts val="0"/>
              </a:spcBef>
              <a:spcAft>
                <a:spcPts val="0"/>
              </a:spcAft>
              <a:buClr>
                <a:schemeClr val="lt2"/>
              </a:buClr>
              <a:buSzPts val="1100"/>
              <a:buChar char="○"/>
              <a:defRPr>
                <a:solidFill>
                  <a:schemeClr val="lt2"/>
                </a:solidFill>
              </a:defRPr>
            </a:lvl8pPr>
            <a:lvl9pPr indent="-298450" lvl="8" marL="4114800">
              <a:lnSpc>
                <a:spcPct val="100000"/>
              </a:lnSpc>
              <a:spcBef>
                <a:spcPts val="0"/>
              </a:spcBef>
              <a:spcAft>
                <a:spcPts val="0"/>
              </a:spcAft>
              <a:buClr>
                <a:schemeClr val="lt2"/>
              </a:buClr>
              <a:buSzPts val="1100"/>
              <a:buChar char="■"/>
              <a:defRPr>
                <a:solidFill>
                  <a:schemeClr val="lt2"/>
                </a:solidFill>
              </a:defRPr>
            </a:lvl9pPr>
          </a:lstStyle>
          <a:p/>
        </p:txBody>
      </p:sp>
      <p:sp>
        <p:nvSpPr>
          <p:cNvPr id="244" name="Google Shape;244;p29"/>
          <p:cNvSpPr/>
          <p:nvPr/>
        </p:nvSpPr>
        <p:spPr>
          <a:xfrm>
            <a:off x="3480900" y="1743075"/>
            <a:ext cx="2182200" cy="2424000"/>
          </a:xfrm>
          <a:prstGeom prst="snip1Rect">
            <a:avLst>
              <a:gd fmla="val 8737" name="adj"/>
            </a:avLst>
          </a:prstGeom>
          <a:solidFill>
            <a:schemeClr val="accent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45" name="Google Shape;245;p29"/>
          <p:cNvSpPr txBox="1"/>
          <p:nvPr>
            <p:ph idx="5" type="subTitle"/>
          </p:nvPr>
        </p:nvSpPr>
        <p:spPr>
          <a:xfrm>
            <a:off x="3643600" y="2022850"/>
            <a:ext cx="1876500" cy="406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spcBef>
                <a:spcPts val="0"/>
              </a:spcBef>
              <a:spcAft>
                <a:spcPts val="0"/>
              </a:spcAft>
              <a:buSzPts val="1800"/>
              <a:buFont typeface="Work Sans SemiBold"/>
              <a:buNone/>
              <a:defRPr sz="1800">
                <a:latin typeface="Work Sans SemiBold"/>
                <a:ea typeface="Work Sans SemiBold"/>
                <a:cs typeface="Work Sans SemiBold"/>
                <a:sym typeface="Work Sans SemiBold"/>
              </a:defRPr>
            </a:lvl2pPr>
            <a:lvl3pPr lvl="2">
              <a:spcBef>
                <a:spcPts val="0"/>
              </a:spcBef>
              <a:spcAft>
                <a:spcPts val="0"/>
              </a:spcAft>
              <a:buSzPts val="1800"/>
              <a:buFont typeface="Work Sans SemiBold"/>
              <a:buNone/>
              <a:defRPr sz="1800">
                <a:latin typeface="Work Sans SemiBold"/>
                <a:ea typeface="Work Sans SemiBold"/>
                <a:cs typeface="Work Sans SemiBold"/>
                <a:sym typeface="Work Sans SemiBold"/>
              </a:defRPr>
            </a:lvl3pPr>
            <a:lvl4pPr lvl="3">
              <a:spcBef>
                <a:spcPts val="0"/>
              </a:spcBef>
              <a:spcAft>
                <a:spcPts val="0"/>
              </a:spcAft>
              <a:buSzPts val="1800"/>
              <a:buFont typeface="Work Sans SemiBold"/>
              <a:buNone/>
              <a:defRPr sz="1800">
                <a:latin typeface="Work Sans SemiBold"/>
                <a:ea typeface="Work Sans SemiBold"/>
                <a:cs typeface="Work Sans SemiBold"/>
                <a:sym typeface="Work Sans SemiBold"/>
              </a:defRPr>
            </a:lvl4pPr>
            <a:lvl5pPr lvl="4">
              <a:spcBef>
                <a:spcPts val="0"/>
              </a:spcBef>
              <a:spcAft>
                <a:spcPts val="0"/>
              </a:spcAft>
              <a:buSzPts val="1800"/>
              <a:buFont typeface="Work Sans SemiBold"/>
              <a:buNone/>
              <a:defRPr sz="1800">
                <a:latin typeface="Work Sans SemiBold"/>
                <a:ea typeface="Work Sans SemiBold"/>
                <a:cs typeface="Work Sans SemiBold"/>
                <a:sym typeface="Work Sans SemiBold"/>
              </a:defRPr>
            </a:lvl5pPr>
            <a:lvl6pPr lvl="5">
              <a:spcBef>
                <a:spcPts val="0"/>
              </a:spcBef>
              <a:spcAft>
                <a:spcPts val="0"/>
              </a:spcAft>
              <a:buSzPts val="1800"/>
              <a:buFont typeface="Work Sans SemiBold"/>
              <a:buNone/>
              <a:defRPr sz="1800">
                <a:latin typeface="Work Sans SemiBold"/>
                <a:ea typeface="Work Sans SemiBold"/>
                <a:cs typeface="Work Sans SemiBold"/>
                <a:sym typeface="Work Sans SemiBold"/>
              </a:defRPr>
            </a:lvl6pPr>
            <a:lvl7pPr lvl="6">
              <a:spcBef>
                <a:spcPts val="0"/>
              </a:spcBef>
              <a:spcAft>
                <a:spcPts val="0"/>
              </a:spcAft>
              <a:buSzPts val="1800"/>
              <a:buFont typeface="Work Sans SemiBold"/>
              <a:buNone/>
              <a:defRPr sz="1800">
                <a:latin typeface="Work Sans SemiBold"/>
                <a:ea typeface="Work Sans SemiBold"/>
                <a:cs typeface="Work Sans SemiBold"/>
                <a:sym typeface="Work Sans SemiBold"/>
              </a:defRPr>
            </a:lvl7pPr>
            <a:lvl8pPr lvl="7">
              <a:spcBef>
                <a:spcPts val="0"/>
              </a:spcBef>
              <a:spcAft>
                <a:spcPts val="0"/>
              </a:spcAft>
              <a:buSzPts val="1800"/>
              <a:buFont typeface="Work Sans SemiBold"/>
              <a:buNone/>
              <a:defRPr sz="1800">
                <a:latin typeface="Work Sans SemiBold"/>
                <a:ea typeface="Work Sans SemiBold"/>
                <a:cs typeface="Work Sans SemiBold"/>
                <a:sym typeface="Work Sans SemiBold"/>
              </a:defRPr>
            </a:lvl8pPr>
            <a:lvl9pPr lvl="8">
              <a:spcBef>
                <a:spcPts val="0"/>
              </a:spcBef>
              <a:spcAft>
                <a:spcPts val="0"/>
              </a:spcAft>
              <a:buSzPts val="1800"/>
              <a:buFont typeface="Work Sans SemiBold"/>
              <a:buNone/>
              <a:defRPr sz="1800">
                <a:latin typeface="Work Sans SemiBold"/>
                <a:ea typeface="Work Sans SemiBold"/>
                <a:cs typeface="Work Sans SemiBold"/>
                <a:sym typeface="Work Sans SemiBold"/>
              </a:defRPr>
            </a:lvl9pPr>
          </a:lstStyle>
          <a:p/>
        </p:txBody>
      </p:sp>
      <p:sp>
        <p:nvSpPr>
          <p:cNvPr id="246" name="Google Shape;246;p29"/>
          <p:cNvSpPr txBox="1"/>
          <p:nvPr>
            <p:ph idx="6" type="body"/>
          </p:nvPr>
        </p:nvSpPr>
        <p:spPr>
          <a:xfrm>
            <a:off x="3643675" y="3041950"/>
            <a:ext cx="1876500" cy="936900"/>
          </a:xfrm>
          <a:prstGeom prst="rect">
            <a:avLst/>
          </a:prstGeom>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lt2"/>
              </a:buClr>
              <a:buSzPts val="1100"/>
              <a:buChar char="●"/>
              <a:defRPr>
                <a:solidFill>
                  <a:schemeClr val="lt2"/>
                </a:solidFill>
              </a:defRPr>
            </a:lvl1pPr>
            <a:lvl2pPr indent="-298450" lvl="1" marL="914400">
              <a:lnSpc>
                <a:spcPct val="100000"/>
              </a:lnSpc>
              <a:spcBef>
                <a:spcPts val="0"/>
              </a:spcBef>
              <a:spcAft>
                <a:spcPts val="0"/>
              </a:spcAft>
              <a:buClr>
                <a:schemeClr val="lt2"/>
              </a:buClr>
              <a:buSzPts val="1100"/>
              <a:buChar char="○"/>
              <a:defRPr>
                <a:solidFill>
                  <a:schemeClr val="lt2"/>
                </a:solidFill>
              </a:defRPr>
            </a:lvl2pPr>
            <a:lvl3pPr indent="-298450" lvl="2" marL="1371600">
              <a:lnSpc>
                <a:spcPct val="100000"/>
              </a:lnSpc>
              <a:spcBef>
                <a:spcPts val="0"/>
              </a:spcBef>
              <a:spcAft>
                <a:spcPts val="0"/>
              </a:spcAft>
              <a:buClr>
                <a:schemeClr val="lt2"/>
              </a:buClr>
              <a:buSzPts val="1100"/>
              <a:buChar char="■"/>
              <a:defRPr>
                <a:solidFill>
                  <a:schemeClr val="lt2"/>
                </a:solidFill>
              </a:defRPr>
            </a:lvl3pPr>
            <a:lvl4pPr indent="-298450" lvl="3" marL="1828800">
              <a:lnSpc>
                <a:spcPct val="100000"/>
              </a:lnSpc>
              <a:spcBef>
                <a:spcPts val="0"/>
              </a:spcBef>
              <a:spcAft>
                <a:spcPts val="0"/>
              </a:spcAft>
              <a:buClr>
                <a:schemeClr val="lt2"/>
              </a:buClr>
              <a:buSzPts val="1100"/>
              <a:buChar char="●"/>
              <a:defRPr>
                <a:solidFill>
                  <a:schemeClr val="lt2"/>
                </a:solidFill>
              </a:defRPr>
            </a:lvl4pPr>
            <a:lvl5pPr indent="-298450" lvl="4" marL="2286000">
              <a:lnSpc>
                <a:spcPct val="100000"/>
              </a:lnSpc>
              <a:spcBef>
                <a:spcPts val="0"/>
              </a:spcBef>
              <a:spcAft>
                <a:spcPts val="0"/>
              </a:spcAft>
              <a:buClr>
                <a:schemeClr val="lt2"/>
              </a:buClr>
              <a:buSzPts val="1100"/>
              <a:buChar char="○"/>
              <a:defRPr>
                <a:solidFill>
                  <a:schemeClr val="lt2"/>
                </a:solidFill>
              </a:defRPr>
            </a:lvl5pPr>
            <a:lvl6pPr indent="-298450" lvl="5" marL="2743200">
              <a:lnSpc>
                <a:spcPct val="100000"/>
              </a:lnSpc>
              <a:spcBef>
                <a:spcPts val="0"/>
              </a:spcBef>
              <a:spcAft>
                <a:spcPts val="0"/>
              </a:spcAft>
              <a:buClr>
                <a:schemeClr val="lt2"/>
              </a:buClr>
              <a:buSzPts val="1100"/>
              <a:buChar char="■"/>
              <a:defRPr>
                <a:solidFill>
                  <a:schemeClr val="lt2"/>
                </a:solidFill>
              </a:defRPr>
            </a:lvl6pPr>
            <a:lvl7pPr indent="-298450" lvl="6" marL="3200400">
              <a:lnSpc>
                <a:spcPct val="100000"/>
              </a:lnSpc>
              <a:spcBef>
                <a:spcPts val="0"/>
              </a:spcBef>
              <a:spcAft>
                <a:spcPts val="0"/>
              </a:spcAft>
              <a:buClr>
                <a:schemeClr val="lt2"/>
              </a:buClr>
              <a:buSzPts val="1100"/>
              <a:buChar char="●"/>
              <a:defRPr>
                <a:solidFill>
                  <a:schemeClr val="lt2"/>
                </a:solidFill>
              </a:defRPr>
            </a:lvl7pPr>
            <a:lvl8pPr indent="-298450" lvl="7" marL="3657600">
              <a:lnSpc>
                <a:spcPct val="100000"/>
              </a:lnSpc>
              <a:spcBef>
                <a:spcPts val="0"/>
              </a:spcBef>
              <a:spcAft>
                <a:spcPts val="0"/>
              </a:spcAft>
              <a:buClr>
                <a:schemeClr val="lt2"/>
              </a:buClr>
              <a:buSzPts val="1100"/>
              <a:buChar char="○"/>
              <a:defRPr>
                <a:solidFill>
                  <a:schemeClr val="lt2"/>
                </a:solidFill>
              </a:defRPr>
            </a:lvl8pPr>
            <a:lvl9pPr indent="-298450" lvl="8" marL="4114800">
              <a:lnSpc>
                <a:spcPct val="100000"/>
              </a:lnSpc>
              <a:spcBef>
                <a:spcPts val="0"/>
              </a:spcBef>
              <a:spcAft>
                <a:spcPts val="0"/>
              </a:spcAft>
              <a:buClr>
                <a:schemeClr val="lt2"/>
              </a:buClr>
              <a:buSzPts val="1100"/>
              <a:buChar char="■"/>
              <a:defRPr>
                <a:solidFill>
                  <a:schemeClr val="lt2"/>
                </a:solidFill>
              </a:defRPr>
            </a:lvl9pPr>
          </a:lstStyle>
          <a:p/>
        </p:txBody>
      </p:sp>
      <p:sp>
        <p:nvSpPr>
          <p:cNvPr id="247" name="Google Shape;247;p29"/>
          <p:cNvSpPr/>
          <p:nvPr/>
        </p:nvSpPr>
        <p:spPr>
          <a:xfrm>
            <a:off x="8221162" y="-679637"/>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48" name="Google Shape;248;p29"/>
          <p:cNvSpPr/>
          <p:nvPr/>
        </p:nvSpPr>
        <p:spPr>
          <a:xfrm>
            <a:off x="8221162" y="-4367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49" name="Google Shape;249;p29"/>
          <p:cNvSpPr/>
          <p:nvPr/>
        </p:nvSpPr>
        <p:spPr>
          <a:xfrm>
            <a:off x="8221162" y="-1891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50" name="Google Shape;250;p29"/>
          <p:cNvSpPr/>
          <p:nvPr/>
        </p:nvSpPr>
        <p:spPr>
          <a:xfrm>
            <a:off x="8221162" y="537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51" name="Google Shape;251;p29"/>
          <p:cNvSpPr/>
          <p:nvPr/>
        </p:nvSpPr>
        <p:spPr>
          <a:xfrm>
            <a:off x="8221162" y="2966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orient="horz" pos="2551">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key metrics v2">
  <p:cSld name="CAPTION_ONLY">
    <p:bg>
      <p:bgPr>
        <a:solidFill>
          <a:schemeClr val="dk1"/>
        </a:solidFill>
      </p:bgPr>
    </p:bg>
    <p:spTree>
      <p:nvGrpSpPr>
        <p:cNvPr id="252" name="Shape 252"/>
        <p:cNvGrpSpPr/>
        <p:nvPr/>
      </p:nvGrpSpPr>
      <p:grpSpPr>
        <a:xfrm>
          <a:off x="0" y="0"/>
          <a:ext cx="0" cy="0"/>
          <a:chOff x="0" y="0"/>
          <a:chExt cx="0" cy="0"/>
        </a:xfrm>
      </p:grpSpPr>
      <p:sp>
        <p:nvSpPr>
          <p:cNvPr id="253" name="Google Shape;253;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30"/>
          <p:cNvSpPr/>
          <p:nvPr/>
        </p:nvSpPr>
        <p:spPr>
          <a:xfrm>
            <a:off x="4448179" y="447675"/>
            <a:ext cx="2009700" cy="2009700"/>
          </a:xfrm>
          <a:prstGeom prst="snip1Rect">
            <a:avLst>
              <a:gd fmla="val 8737" name="adj"/>
            </a:avLst>
          </a:prstGeom>
          <a:solidFill>
            <a:srgbClr val="0048D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55" name="Google Shape;255;p30"/>
          <p:cNvSpPr/>
          <p:nvPr/>
        </p:nvSpPr>
        <p:spPr>
          <a:xfrm>
            <a:off x="4448179" y="2676525"/>
            <a:ext cx="2009700" cy="2009700"/>
          </a:xfrm>
          <a:prstGeom prst="snip1Rect">
            <a:avLst>
              <a:gd fmla="val 8538" name="adj"/>
            </a:avLst>
          </a:prstGeom>
          <a:solidFill>
            <a:srgbClr val="C7C7C7"/>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56" name="Google Shape;256;p30"/>
          <p:cNvSpPr/>
          <p:nvPr/>
        </p:nvSpPr>
        <p:spPr>
          <a:xfrm>
            <a:off x="6677031" y="447675"/>
            <a:ext cx="2009700" cy="2009700"/>
          </a:xfrm>
          <a:prstGeom prst="snip1Rect">
            <a:avLst>
              <a:gd fmla="val 8926" name="adj"/>
            </a:avLst>
          </a:prstGeom>
          <a:solidFill>
            <a:srgbClr val="FEBB0B"/>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57" name="Google Shape;257;p30"/>
          <p:cNvSpPr/>
          <p:nvPr/>
        </p:nvSpPr>
        <p:spPr>
          <a:xfrm>
            <a:off x="6677031" y="2676525"/>
            <a:ext cx="2009700" cy="2009700"/>
          </a:xfrm>
          <a:prstGeom prst="snip1Rect">
            <a:avLst>
              <a:gd fmla="val 8993" name="adj"/>
            </a:avLst>
          </a:prstGeom>
          <a:solidFill>
            <a:srgbClr val="FF3F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rPr lang="en"/>
              <a:t>  </a:t>
            </a:r>
            <a:endParaRPr/>
          </a:p>
        </p:txBody>
      </p:sp>
      <p:pic>
        <p:nvPicPr>
          <p:cNvPr descr=" " id="258" name="Google Shape;258;p30"/>
          <p:cNvPicPr preferRelativeResize="0"/>
          <p:nvPr/>
        </p:nvPicPr>
        <p:blipFill rotWithShape="1">
          <a:blip r:embed="rId2">
            <a:alphaModFix/>
          </a:blip>
          <a:srcRect b="0" l="0" r="0" t="0"/>
          <a:stretch/>
        </p:blipFill>
        <p:spPr>
          <a:xfrm>
            <a:off x="457200" y="1138238"/>
            <a:ext cx="900113" cy="961906"/>
          </a:xfrm>
          <a:prstGeom prst="rect">
            <a:avLst/>
          </a:prstGeom>
          <a:noFill/>
          <a:ln>
            <a:noFill/>
          </a:ln>
        </p:spPr>
      </p:pic>
      <p:sp>
        <p:nvSpPr>
          <p:cNvPr id="259" name="Google Shape;259;p30"/>
          <p:cNvSpPr txBox="1"/>
          <p:nvPr>
            <p:ph type="title"/>
          </p:nvPr>
        </p:nvSpPr>
        <p:spPr>
          <a:xfrm>
            <a:off x="299775" y="2516125"/>
            <a:ext cx="3196500" cy="11208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60" name="Google Shape;260;p30"/>
          <p:cNvSpPr txBox="1"/>
          <p:nvPr>
            <p:ph idx="1" type="subTitle"/>
          </p:nvPr>
        </p:nvSpPr>
        <p:spPr>
          <a:xfrm>
            <a:off x="4625775" y="637875"/>
            <a:ext cx="927900" cy="492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Medium"/>
              <a:buNone/>
              <a:defRPr sz="1800">
                <a:solidFill>
                  <a:schemeClr val="lt1"/>
                </a:solidFill>
                <a:latin typeface="Work Sans Medium"/>
                <a:ea typeface="Work Sans Medium"/>
                <a:cs typeface="Work Sans Medium"/>
                <a:sym typeface="Work Sans Medium"/>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1" name="Google Shape;261;p30"/>
          <p:cNvSpPr txBox="1"/>
          <p:nvPr>
            <p:ph idx="2" type="body"/>
          </p:nvPr>
        </p:nvSpPr>
        <p:spPr>
          <a:xfrm>
            <a:off x="4631925" y="1678923"/>
            <a:ext cx="1654500" cy="553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sz="1000">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sz="1000">
                <a:solidFill>
                  <a:schemeClr val="lt1"/>
                </a:solidFill>
              </a:defRPr>
            </a:lvl3pPr>
            <a:lvl4pPr indent="-292100" lvl="3" marL="1828800">
              <a:lnSpc>
                <a:spcPct val="100000"/>
              </a:lnSpc>
              <a:spcBef>
                <a:spcPts val="0"/>
              </a:spcBef>
              <a:spcAft>
                <a:spcPts val="0"/>
              </a:spcAft>
              <a:buClr>
                <a:schemeClr val="lt1"/>
              </a:buClr>
              <a:buSzPts val="1000"/>
              <a:buChar char="●"/>
              <a:defRPr sz="1000">
                <a:solidFill>
                  <a:schemeClr val="lt1"/>
                </a:solidFill>
              </a:defRPr>
            </a:lvl4pPr>
            <a:lvl5pPr indent="-292100" lvl="4" marL="2286000">
              <a:lnSpc>
                <a:spcPct val="100000"/>
              </a:lnSpc>
              <a:spcBef>
                <a:spcPts val="0"/>
              </a:spcBef>
              <a:spcAft>
                <a:spcPts val="0"/>
              </a:spcAft>
              <a:buClr>
                <a:schemeClr val="lt1"/>
              </a:buClr>
              <a:buSzPts val="1000"/>
              <a:buChar char="○"/>
              <a:defRPr sz="1000">
                <a:solidFill>
                  <a:schemeClr val="lt1"/>
                </a:solidFill>
              </a:defRPr>
            </a:lvl5pPr>
            <a:lvl6pPr indent="-292100" lvl="5" marL="2743200">
              <a:lnSpc>
                <a:spcPct val="100000"/>
              </a:lnSpc>
              <a:spcBef>
                <a:spcPts val="0"/>
              </a:spcBef>
              <a:spcAft>
                <a:spcPts val="0"/>
              </a:spcAft>
              <a:buClr>
                <a:schemeClr val="lt1"/>
              </a:buClr>
              <a:buSzPts val="1000"/>
              <a:buChar char="■"/>
              <a:defRPr sz="1000">
                <a:solidFill>
                  <a:schemeClr val="lt1"/>
                </a:solidFill>
              </a:defRPr>
            </a:lvl6pPr>
            <a:lvl7pPr indent="-292100" lvl="6" marL="3200400">
              <a:lnSpc>
                <a:spcPct val="100000"/>
              </a:lnSpc>
              <a:spcBef>
                <a:spcPts val="0"/>
              </a:spcBef>
              <a:spcAft>
                <a:spcPts val="0"/>
              </a:spcAft>
              <a:buClr>
                <a:schemeClr val="lt1"/>
              </a:buClr>
              <a:buSzPts val="1000"/>
              <a:buChar char="●"/>
              <a:defRPr sz="1000">
                <a:solidFill>
                  <a:schemeClr val="lt1"/>
                </a:solidFill>
              </a:defRPr>
            </a:lvl7pPr>
            <a:lvl8pPr indent="-292100" lvl="7" marL="3657600">
              <a:lnSpc>
                <a:spcPct val="100000"/>
              </a:lnSpc>
              <a:spcBef>
                <a:spcPts val="0"/>
              </a:spcBef>
              <a:spcAft>
                <a:spcPts val="0"/>
              </a:spcAft>
              <a:buClr>
                <a:schemeClr val="lt1"/>
              </a:buClr>
              <a:buSzPts val="1000"/>
              <a:buChar char="○"/>
              <a:defRPr sz="1000">
                <a:solidFill>
                  <a:schemeClr val="lt1"/>
                </a:solidFill>
              </a:defRPr>
            </a:lvl8pPr>
            <a:lvl9pPr indent="-292100" lvl="8" marL="4114800">
              <a:lnSpc>
                <a:spcPct val="100000"/>
              </a:lnSpc>
              <a:spcBef>
                <a:spcPts val="0"/>
              </a:spcBef>
              <a:spcAft>
                <a:spcPts val="0"/>
              </a:spcAft>
              <a:buClr>
                <a:schemeClr val="lt1"/>
              </a:buClr>
              <a:buSzPts val="1000"/>
              <a:buChar char="■"/>
              <a:defRPr sz="1000">
                <a:solidFill>
                  <a:schemeClr val="lt1"/>
                </a:solidFill>
              </a:defRPr>
            </a:lvl9pPr>
          </a:lstStyle>
          <a:p/>
        </p:txBody>
      </p:sp>
      <p:sp>
        <p:nvSpPr>
          <p:cNvPr id="262" name="Google Shape;262;p30"/>
          <p:cNvSpPr txBox="1"/>
          <p:nvPr>
            <p:ph idx="3" type="subTitle"/>
          </p:nvPr>
        </p:nvSpPr>
        <p:spPr>
          <a:xfrm>
            <a:off x="6851550" y="657925"/>
            <a:ext cx="927900" cy="492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Medium"/>
              <a:buNone/>
              <a:defRPr sz="18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63" name="Google Shape;263;p30"/>
          <p:cNvSpPr txBox="1"/>
          <p:nvPr>
            <p:ph idx="4" type="body"/>
          </p:nvPr>
        </p:nvSpPr>
        <p:spPr>
          <a:xfrm>
            <a:off x="6857700" y="1692253"/>
            <a:ext cx="1654500" cy="553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4" name="Google Shape;264;p30"/>
          <p:cNvSpPr txBox="1"/>
          <p:nvPr>
            <p:ph idx="5" type="subTitle"/>
          </p:nvPr>
        </p:nvSpPr>
        <p:spPr>
          <a:xfrm>
            <a:off x="4622700" y="2886775"/>
            <a:ext cx="927900" cy="492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Medium"/>
              <a:buNone/>
              <a:defRPr sz="18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65" name="Google Shape;265;p30"/>
          <p:cNvSpPr txBox="1"/>
          <p:nvPr>
            <p:ph idx="6" type="body"/>
          </p:nvPr>
        </p:nvSpPr>
        <p:spPr>
          <a:xfrm>
            <a:off x="4628850" y="3922925"/>
            <a:ext cx="1654500" cy="553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sz="1000">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sz="1000">
                <a:solidFill>
                  <a:schemeClr val="lt1"/>
                </a:solidFill>
              </a:defRPr>
            </a:lvl3pPr>
            <a:lvl4pPr indent="-292100" lvl="3" marL="1828800">
              <a:lnSpc>
                <a:spcPct val="100000"/>
              </a:lnSpc>
              <a:spcBef>
                <a:spcPts val="0"/>
              </a:spcBef>
              <a:spcAft>
                <a:spcPts val="0"/>
              </a:spcAft>
              <a:buClr>
                <a:schemeClr val="lt1"/>
              </a:buClr>
              <a:buSzPts val="1000"/>
              <a:buChar char="●"/>
              <a:defRPr sz="1000">
                <a:solidFill>
                  <a:schemeClr val="lt1"/>
                </a:solidFill>
              </a:defRPr>
            </a:lvl4pPr>
            <a:lvl5pPr indent="-292100" lvl="4" marL="2286000">
              <a:lnSpc>
                <a:spcPct val="100000"/>
              </a:lnSpc>
              <a:spcBef>
                <a:spcPts val="0"/>
              </a:spcBef>
              <a:spcAft>
                <a:spcPts val="0"/>
              </a:spcAft>
              <a:buClr>
                <a:schemeClr val="lt1"/>
              </a:buClr>
              <a:buSzPts val="1000"/>
              <a:buChar char="○"/>
              <a:defRPr sz="1000">
                <a:solidFill>
                  <a:schemeClr val="lt1"/>
                </a:solidFill>
              </a:defRPr>
            </a:lvl5pPr>
            <a:lvl6pPr indent="-292100" lvl="5" marL="2743200">
              <a:lnSpc>
                <a:spcPct val="100000"/>
              </a:lnSpc>
              <a:spcBef>
                <a:spcPts val="0"/>
              </a:spcBef>
              <a:spcAft>
                <a:spcPts val="0"/>
              </a:spcAft>
              <a:buClr>
                <a:schemeClr val="lt1"/>
              </a:buClr>
              <a:buSzPts val="1000"/>
              <a:buChar char="■"/>
              <a:defRPr sz="1000">
                <a:solidFill>
                  <a:schemeClr val="lt1"/>
                </a:solidFill>
              </a:defRPr>
            </a:lvl6pPr>
            <a:lvl7pPr indent="-292100" lvl="6" marL="3200400">
              <a:lnSpc>
                <a:spcPct val="100000"/>
              </a:lnSpc>
              <a:spcBef>
                <a:spcPts val="0"/>
              </a:spcBef>
              <a:spcAft>
                <a:spcPts val="0"/>
              </a:spcAft>
              <a:buClr>
                <a:schemeClr val="lt1"/>
              </a:buClr>
              <a:buSzPts val="1000"/>
              <a:buChar char="●"/>
              <a:defRPr sz="1000">
                <a:solidFill>
                  <a:schemeClr val="lt1"/>
                </a:solidFill>
              </a:defRPr>
            </a:lvl7pPr>
            <a:lvl8pPr indent="-292100" lvl="7" marL="3657600">
              <a:lnSpc>
                <a:spcPct val="100000"/>
              </a:lnSpc>
              <a:spcBef>
                <a:spcPts val="0"/>
              </a:spcBef>
              <a:spcAft>
                <a:spcPts val="0"/>
              </a:spcAft>
              <a:buClr>
                <a:schemeClr val="lt1"/>
              </a:buClr>
              <a:buSzPts val="1000"/>
              <a:buChar char="○"/>
              <a:defRPr sz="1000">
                <a:solidFill>
                  <a:schemeClr val="lt1"/>
                </a:solidFill>
              </a:defRPr>
            </a:lvl8pPr>
            <a:lvl9pPr indent="-292100" lvl="8" marL="4114800">
              <a:lnSpc>
                <a:spcPct val="100000"/>
              </a:lnSpc>
              <a:spcBef>
                <a:spcPts val="0"/>
              </a:spcBef>
              <a:spcAft>
                <a:spcPts val="0"/>
              </a:spcAft>
              <a:buClr>
                <a:schemeClr val="lt1"/>
              </a:buClr>
              <a:buSzPts val="1000"/>
              <a:buChar char="■"/>
              <a:defRPr sz="1000">
                <a:solidFill>
                  <a:schemeClr val="lt1"/>
                </a:solidFill>
              </a:defRPr>
            </a:lvl9pPr>
          </a:lstStyle>
          <a:p/>
        </p:txBody>
      </p:sp>
      <p:sp>
        <p:nvSpPr>
          <p:cNvPr id="266" name="Google Shape;266;p30"/>
          <p:cNvSpPr txBox="1"/>
          <p:nvPr>
            <p:ph idx="7" type="subTitle"/>
          </p:nvPr>
        </p:nvSpPr>
        <p:spPr>
          <a:xfrm>
            <a:off x="6854625" y="2887125"/>
            <a:ext cx="927900" cy="492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Work Sans Medium"/>
              <a:buNone/>
              <a:defRPr sz="1800">
                <a:solidFill>
                  <a:schemeClr val="lt1"/>
                </a:solidFill>
                <a:latin typeface="Work Sans Medium"/>
                <a:ea typeface="Work Sans Medium"/>
                <a:cs typeface="Work Sans Medium"/>
                <a:sym typeface="Work Sans Medium"/>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7" name="Google Shape;267;p30"/>
          <p:cNvSpPr txBox="1"/>
          <p:nvPr>
            <p:ph idx="8" type="body"/>
          </p:nvPr>
        </p:nvSpPr>
        <p:spPr>
          <a:xfrm>
            <a:off x="6860775" y="3923228"/>
            <a:ext cx="1654500" cy="553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sz="1000">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sz="1000">
                <a:solidFill>
                  <a:schemeClr val="lt1"/>
                </a:solidFill>
              </a:defRPr>
            </a:lvl3pPr>
            <a:lvl4pPr indent="-292100" lvl="3" marL="1828800">
              <a:lnSpc>
                <a:spcPct val="100000"/>
              </a:lnSpc>
              <a:spcBef>
                <a:spcPts val="0"/>
              </a:spcBef>
              <a:spcAft>
                <a:spcPts val="0"/>
              </a:spcAft>
              <a:buClr>
                <a:schemeClr val="lt1"/>
              </a:buClr>
              <a:buSzPts val="1000"/>
              <a:buChar char="●"/>
              <a:defRPr sz="1000">
                <a:solidFill>
                  <a:schemeClr val="lt1"/>
                </a:solidFill>
              </a:defRPr>
            </a:lvl4pPr>
            <a:lvl5pPr indent="-292100" lvl="4" marL="2286000">
              <a:lnSpc>
                <a:spcPct val="100000"/>
              </a:lnSpc>
              <a:spcBef>
                <a:spcPts val="0"/>
              </a:spcBef>
              <a:spcAft>
                <a:spcPts val="0"/>
              </a:spcAft>
              <a:buClr>
                <a:schemeClr val="lt1"/>
              </a:buClr>
              <a:buSzPts val="1000"/>
              <a:buChar char="○"/>
              <a:defRPr sz="1000">
                <a:solidFill>
                  <a:schemeClr val="lt1"/>
                </a:solidFill>
              </a:defRPr>
            </a:lvl5pPr>
            <a:lvl6pPr indent="-292100" lvl="5" marL="2743200">
              <a:lnSpc>
                <a:spcPct val="100000"/>
              </a:lnSpc>
              <a:spcBef>
                <a:spcPts val="0"/>
              </a:spcBef>
              <a:spcAft>
                <a:spcPts val="0"/>
              </a:spcAft>
              <a:buClr>
                <a:schemeClr val="lt1"/>
              </a:buClr>
              <a:buSzPts val="1000"/>
              <a:buChar char="■"/>
              <a:defRPr sz="1000">
                <a:solidFill>
                  <a:schemeClr val="lt1"/>
                </a:solidFill>
              </a:defRPr>
            </a:lvl6pPr>
            <a:lvl7pPr indent="-292100" lvl="6" marL="3200400">
              <a:lnSpc>
                <a:spcPct val="100000"/>
              </a:lnSpc>
              <a:spcBef>
                <a:spcPts val="0"/>
              </a:spcBef>
              <a:spcAft>
                <a:spcPts val="0"/>
              </a:spcAft>
              <a:buClr>
                <a:schemeClr val="lt1"/>
              </a:buClr>
              <a:buSzPts val="1000"/>
              <a:buChar char="●"/>
              <a:defRPr sz="1000">
                <a:solidFill>
                  <a:schemeClr val="lt1"/>
                </a:solidFill>
              </a:defRPr>
            </a:lvl7pPr>
            <a:lvl8pPr indent="-292100" lvl="7" marL="3657600">
              <a:lnSpc>
                <a:spcPct val="100000"/>
              </a:lnSpc>
              <a:spcBef>
                <a:spcPts val="0"/>
              </a:spcBef>
              <a:spcAft>
                <a:spcPts val="0"/>
              </a:spcAft>
              <a:buClr>
                <a:schemeClr val="lt1"/>
              </a:buClr>
              <a:buSzPts val="1000"/>
              <a:buChar char="○"/>
              <a:defRPr sz="1000">
                <a:solidFill>
                  <a:schemeClr val="lt1"/>
                </a:solidFill>
              </a:defRPr>
            </a:lvl8pPr>
            <a:lvl9pPr indent="-292100" lvl="8" marL="4114800">
              <a:lnSpc>
                <a:spcPct val="100000"/>
              </a:lnSpc>
              <a:spcBef>
                <a:spcPts val="0"/>
              </a:spcBef>
              <a:spcAft>
                <a:spcPts val="0"/>
              </a:spcAft>
              <a:buClr>
                <a:schemeClr val="lt1"/>
              </a:buClr>
              <a:buSzPts val="1000"/>
              <a:buChar char="■"/>
              <a:defRPr sz="10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v3">
  <p:cSld name="CAPTION_ONLY_1">
    <p:bg>
      <p:bgPr>
        <a:solidFill>
          <a:schemeClr val="dk1"/>
        </a:solidFill>
      </p:bgPr>
    </p:bg>
    <p:spTree>
      <p:nvGrpSpPr>
        <p:cNvPr id="268" name="Shape 268"/>
        <p:cNvGrpSpPr/>
        <p:nvPr/>
      </p:nvGrpSpPr>
      <p:grpSpPr>
        <a:xfrm>
          <a:off x="0" y="0"/>
          <a:ext cx="0" cy="0"/>
          <a:chOff x="0" y="0"/>
          <a:chExt cx="0" cy="0"/>
        </a:xfrm>
      </p:grpSpPr>
      <p:sp>
        <p:nvSpPr>
          <p:cNvPr id="269" name="Google Shape;269;p31"/>
          <p:cNvSpPr/>
          <p:nvPr/>
        </p:nvSpPr>
        <p:spPr>
          <a:xfrm>
            <a:off x="4619625" y="221625"/>
            <a:ext cx="4238400" cy="1395300"/>
          </a:xfrm>
          <a:prstGeom prst="snip1Rect">
            <a:avLst>
              <a:gd fmla="val 8737" name="adj"/>
            </a:avLst>
          </a:prstGeom>
          <a:solidFill>
            <a:srgbClr val="0048D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270" name="Google Shape;270;p31"/>
          <p:cNvPicPr preferRelativeResize="0"/>
          <p:nvPr/>
        </p:nvPicPr>
        <p:blipFill rotWithShape="1">
          <a:blip r:embed="rId2">
            <a:alphaModFix/>
          </a:blip>
          <a:srcRect b="0" l="0" r="0" t="0"/>
          <a:stretch/>
        </p:blipFill>
        <p:spPr>
          <a:xfrm>
            <a:off x="457200" y="1138238"/>
            <a:ext cx="900113" cy="961906"/>
          </a:xfrm>
          <a:prstGeom prst="rect">
            <a:avLst/>
          </a:prstGeom>
          <a:noFill/>
          <a:ln>
            <a:noFill/>
          </a:ln>
        </p:spPr>
      </p:pic>
      <p:sp>
        <p:nvSpPr>
          <p:cNvPr id="271" name="Google Shape;271;p31"/>
          <p:cNvSpPr txBox="1"/>
          <p:nvPr>
            <p:ph type="title"/>
          </p:nvPr>
        </p:nvSpPr>
        <p:spPr>
          <a:xfrm>
            <a:off x="299775" y="2516125"/>
            <a:ext cx="3196500" cy="11208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72" name="Google Shape;272;p31"/>
          <p:cNvSpPr txBox="1"/>
          <p:nvPr>
            <p:ph idx="1" type="subTitle"/>
          </p:nvPr>
        </p:nvSpPr>
        <p:spPr>
          <a:xfrm>
            <a:off x="4797225" y="411825"/>
            <a:ext cx="3861300" cy="49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3" name="Google Shape;273;p31"/>
          <p:cNvSpPr txBox="1"/>
          <p:nvPr>
            <p:ph idx="2" type="body"/>
          </p:nvPr>
        </p:nvSpPr>
        <p:spPr>
          <a:xfrm>
            <a:off x="4797150" y="1001500"/>
            <a:ext cx="3861300" cy="456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74" name="Google Shape;274;p31"/>
          <p:cNvSpPr/>
          <p:nvPr/>
        </p:nvSpPr>
        <p:spPr>
          <a:xfrm>
            <a:off x="4608600" y="1874100"/>
            <a:ext cx="4238400" cy="1395300"/>
          </a:xfrm>
          <a:prstGeom prst="snip1Rect">
            <a:avLst>
              <a:gd fmla="val 8737" name="adj"/>
            </a:avLst>
          </a:prstGeom>
          <a:solidFill>
            <a:schemeClr val="accent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75" name="Google Shape;275;p31"/>
          <p:cNvSpPr txBox="1"/>
          <p:nvPr>
            <p:ph idx="3" type="subTitle"/>
          </p:nvPr>
        </p:nvSpPr>
        <p:spPr>
          <a:xfrm>
            <a:off x="4786200" y="2064300"/>
            <a:ext cx="3861300" cy="49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spcBef>
                <a:spcPts val="0"/>
              </a:spcBef>
              <a:spcAft>
                <a:spcPts val="0"/>
              </a:spcAft>
              <a:buSzPts val="1800"/>
              <a:buFont typeface="Work Sans SemiBold"/>
              <a:buNone/>
              <a:defRPr sz="1800">
                <a:latin typeface="Work Sans SemiBold"/>
                <a:ea typeface="Work Sans SemiBold"/>
                <a:cs typeface="Work Sans SemiBold"/>
                <a:sym typeface="Work Sans SemiBold"/>
              </a:defRPr>
            </a:lvl2pPr>
            <a:lvl3pPr lvl="2">
              <a:spcBef>
                <a:spcPts val="0"/>
              </a:spcBef>
              <a:spcAft>
                <a:spcPts val="0"/>
              </a:spcAft>
              <a:buSzPts val="1800"/>
              <a:buFont typeface="Work Sans SemiBold"/>
              <a:buNone/>
              <a:defRPr sz="1800">
                <a:latin typeface="Work Sans SemiBold"/>
                <a:ea typeface="Work Sans SemiBold"/>
                <a:cs typeface="Work Sans SemiBold"/>
                <a:sym typeface="Work Sans SemiBold"/>
              </a:defRPr>
            </a:lvl3pPr>
            <a:lvl4pPr lvl="3">
              <a:spcBef>
                <a:spcPts val="0"/>
              </a:spcBef>
              <a:spcAft>
                <a:spcPts val="0"/>
              </a:spcAft>
              <a:buSzPts val="1800"/>
              <a:buFont typeface="Work Sans SemiBold"/>
              <a:buNone/>
              <a:defRPr sz="1800">
                <a:latin typeface="Work Sans SemiBold"/>
                <a:ea typeface="Work Sans SemiBold"/>
                <a:cs typeface="Work Sans SemiBold"/>
                <a:sym typeface="Work Sans SemiBold"/>
              </a:defRPr>
            </a:lvl4pPr>
            <a:lvl5pPr lvl="4">
              <a:spcBef>
                <a:spcPts val="0"/>
              </a:spcBef>
              <a:spcAft>
                <a:spcPts val="0"/>
              </a:spcAft>
              <a:buSzPts val="1800"/>
              <a:buFont typeface="Work Sans SemiBold"/>
              <a:buNone/>
              <a:defRPr sz="1800">
                <a:latin typeface="Work Sans SemiBold"/>
                <a:ea typeface="Work Sans SemiBold"/>
                <a:cs typeface="Work Sans SemiBold"/>
                <a:sym typeface="Work Sans SemiBold"/>
              </a:defRPr>
            </a:lvl5pPr>
            <a:lvl6pPr lvl="5">
              <a:spcBef>
                <a:spcPts val="0"/>
              </a:spcBef>
              <a:spcAft>
                <a:spcPts val="0"/>
              </a:spcAft>
              <a:buSzPts val="1800"/>
              <a:buFont typeface="Work Sans SemiBold"/>
              <a:buNone/>
              <a:defRPr sz="1800">
                <a:latin typeface="Work Sans SemiBold"/>
                <a:ea typeface="Work Sans SemiBold"/>
                <a:cs typeface="Work Sans SemiBold"/>
                <a:sym typeface="Work Sans SemiBold"/>
              </a:defRPr>
            </a:lvl6pPr>
            <a:lvl7pPr lvl="6">
              <a:spcBef>
                <a:spcPts val="0"/>
              </a:spcBef>
              <a:spcAft>
                <a:spcPts val="0"/>
              </a:spcAft>
              <a:buSzPts val="1800"/>
              <a:buFont typeface="Work Sans SemiBold"/>
              <a:buNone/>
              <a:defRPr sz="1800">
                <a:latin typeface="Work Sans SemiBold"/>
                <a:ea typeface="Work Sans SemiBold"/>
                <a:cs typeface="Work Sans SemiBold"/>
                <a:sym typeface="Work Sans SemiBold"/>
              </a:defRPr>
            </a:lvl7pPr>
            <a:lvl8pPr lvl="7">
              <a:spcBef>
                <a:spcPts val="0"/>
              </a:spcBef>
              <a:spcAft>
                <a:spcPts val="0"/>
              </a:spcAft>
              <a:buSzPts val="1800"/>
              <a:buFont typeface="Work Sans SemiBold"/>
              <a:buNone/>
              <a:defRPr sz="1800">
                <a:latin typeface="Work Sans SemiBold"/>
                <a:ea typeface="Work Sans SemiBold"/>
                <a:cs typeface="Work Sans SemiBold"/>
                <a:sym typeface="Work Sans SemiBold"/>
              </a:defRPr>
            </a:lvl8pPr>
            <a:lvl9pPr lvl="8">
              <a:spcBef>
                <a:spcPts val="0"/>
              </a:spcBef>
              <a:spcAft>
                <a:spcPts val="0"/>
              </a:spcAft>
              <a:buSzPts val="1800"/>
              <a:buFont typeface="Work Sans SemiBold"/>
              <a:buNone/>
              <a:defRPr sz="1800">
                <a:latin typeface="Work Sans SemiBold"/>
                <a:ea typeface="Work Sans SemiBold"/>
                <a:cs typeface="Work Sans SemiBold"/>
                <a:sym typeface="Work Sans SemiBold"/>
              </a:defRPr>
            </a:lvl9pPr>
          </a:lstStyle>
          <a:p/>
        </p:txBody>
      </p:sp>
      <p:sp>
        <p:nvSpPr>
          <p:cNvPr id="276" name="Google Shape;276;p31"/>
          <p:cNvSpPr txBox="1"/>
          <p:nvPr>
            <p:ph idx="4" type="body"/>
          </p:nvPr>
        </p:nvSpPr>
        <p:spPr>
          <a:xfrm>
            <a:off x="4786125" y="2653975"/>
            <a:ext cx="3861300" cy="456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77" name="Google Shape;277;p31"/>
          <p:cNvSpPr/>
          <p:nvPr/>
        </p:nvSpPr>
        <p:spPr>
          <a:xfrm>
            <a:off x="4597575" y="3526575"/>
            <a:ext cx="4238400" cy="1395300"/>
          </a:xfrm>
          <a:prstGeom prst="snip1Rect">
            <a:avLst>
              <a:gd fmla="val 8737" name="adj"/>
            </a:avLst>
          </a:prstGeom>
          <a:solidFill>
            <a:schemeClr val="accent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78" name="Google Shape;278;p31"/>
          <p:cNvSpPr txBox="1"/>
          <p:nvPr>
            <p:ph idx="5" type="subTitle"/>
          </p:nvPr>
        </p:nvSpPr>
        <p:spPr>
          <a:xfrm>
            <a:off x="4775175" y="3716775"/>
            <a:ext cx="3861300" cy="49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Font typeface="Work Sans SemiBold"/>
              <a:buNone/>
              <a:defRPr sz="1800">
                <a:solidFill>
                  <a:schemeClr val="lt1"/>
                </a:solidFill>
                <a:latin typeface="Work Sans SemiBold"/>
                <a:ea typeface="Work Sans SemiBold"/>
                <a:cs typeface="Work Sans SemiBold"/>
                <a:sym typeface="Work Sans SemiBold"/>
              </a:defRPr>
            </a:lvl1pPr>
            <a:lvl2pPr lvl="1">
              <a:spcBef>
                <a:spcPts val="0"/>
              </a:spcBef>
              <a:spcAft>
                <a:spcPts val="0"/>
              </a:spcAft>
              <a:buSzPts val="1800"/>
              <a:buFont typeface="Work Sans SemiBold"/>
              <a:buNone/>
              <a:defRPr sz="1800">
                <a:latin typeface="Work Sans SemiBold"/>
                <a:ea typeface="Work Sans SemiBold"/>
                <a:cs typeface="Work Sans SemiBold"/>
                <a:sym typeface="Work Sans SemiBold"/>
              </a:defRPr>
            </a:lvl2pPr>
            <a:lvl3pPr lvl="2">
              <a:spcBef>
                <a:spcPts val="0"/>
              </a:spcBef>
              <a:spcAft>
                <a:spcPts val="0"/>
              </a:spcAft>
              <a:buSzPts val="1800"/>
              <a:buFont typeface="Work Sans SemiBold"/>
              <a:buNone/>
              <a:defRPr sz="1800">
                <a:latin typeface="Work Sans SemiBold"/>
                <a:ea typeface="Work Sans SemiBold"/>
                <a:cs typeface="Work Sans SemiBold"/>
                <a:sym typeface="Work Sans SemiBold"/>
              </a:defRPr>
            </a:lvl3pPr>
            <a:lvl4pPr lvl="3">
              <a:spcBef>
                <a:spcPts val="0"/>
              </a:spcBef>
              <a:spcAft>
                <a:spcPts val="0"/>
              </a:spcAft>
              <a:buSzPts val="1800"/>
              <a:buFont typeface="Work Sans SemiBold"/>
              <a:buNone/>
              <a:defRPr sz="1800">
                <a:latin typeface="Work Sans SemiBold"/>
                <a:ea typeface="Work Sans SemiBold"/>
                <a:cs typeface="Work Sans SemiBold"/>
                <a:sym typeface="Work Sans SemiBold"/>
              </a:defRPr>
            </a:lvl4pPr>
            <a:lvl5pPr lvl="4">
              <a:spcBef>
                <a:spcPts val="0"/>
              </a:spcBef>
              <a:spcAft>
                <a:spcPts val="0"/>
              </a:spcAft>
              <a:buSzPts val="1800"/>
              <a:buFont typeface="Work Sans SemiBold"/>
              <a:buNone/>
              <a:defRPr sz="1800">
                <a:latin typeface="Work Sans SemiBold"/>
                <a:ea typeface="Work Sans SemiBold"/>
                <a:cs typeface="Work Sans SemiBold"/>
                <a:sym typeface="Work Sans SemiBold"/>
              </a:defRPr>
            </a:lvl5pPr>
            <a:lvl6pPr lvl="5">
              <a:spcBef>
                <a:spcPts val="0"/>
              </a:spcBef>
              <a:spcAft>
                <a:spcPts val="0"/>
              </a:spcAft>
              <a:buSzPts val="1800"/>
              <a:buFont typeface="Work Sans SemiBold"/>
              <a:buNone/>
              <a:defRPr sz="1800">
                <a:latin typeface="Work Sans SemiBold"/>
                <a:ea typeface="Work Sans SemiBold"/>
                <a:cs typeface="Work Sans SemiBold"/>
                <a:sym typeface="Work Sans SemiBold"/>
              </a:defRPr>
            </a:lvl6pPr>
            <a:lvl7pPr lvl="6">
              <a:spcBef>
                <a:spcPts val="0"/>
              </a:spcBef>
              <a:spcAft>
                <a:spcPts val="0"/>
              </a:spcAft>
              <a:buSzPts val="1800"/>
              <a:buFont typeface="Work Sans SemiBold"/>
              <a:buNone/>
              <a:defRPr sz="1800">
                <a:latin typeface="Work Sans SemiBold"/>
                <a:ea typeface="Work Sans SemiBold"/>
                <a:cs typeface="Work Sans SemiBold"/>
                <a:sym typeface="Work Sans SemiBold"/>
              </a:defRPr>
            </a:lvl7pPr>
            <a:lvl8pPr lvl="7">
              <a:spcBef>
                <a:spcPts val="0"/>
              </a:spcBef>
              <a:spcAft>
                <a:spcPts val="0"/>
              </a:spcAft>
              <a:buSzPts val="1800"/>
              <a:buFont typeface="Work Sans SemiBold"/>
              <a:buNone/>
              <a:defRPr sz="1800">
                <a:latin typeface="Work Sans SemiBold"/>
                <a:ea typeface="Work Sans SemiBold"/>
                <a:cs typeface="Work Sans SemiBold"/>
                <a:sym typeface="Work Sans SemiBold"/>
              </a:defRPr>
            </a:lvl8pPr>
            <a:lvl9pPr lvl="8">
              <a:spcBef>
                <a:spcPts val="0"/>
              </a:spcBef>
              <a:spcAft>
                <a:spcPts val="0"/>
              </a:spcAft>
              <a:buSzPts val="1800"/>
              <a:buFont typeface="Work Sans SemiBold"/>
              <a:buNone/>
              <a:defRPr sz="1800">
                <a:latin typeface="Work Sans SemiBold"/>
                <a:ea typeface="Work Sans SemiBold"/>
                <a:cs typeface="Work Sans SemiBold"/>
                <a:sym typeface="Work Sans SemiBold"/>
              </a:defRPr>
            </a:lvl9pPr>
          </a:lstStyle>
          <a:p/>
        </p:txBody>
      </p:sp>
      <p:sp>
        <p:nvSpPr>
          <p:cNvPr id="279" name="Google Shape;279;p31"/>
          <p:cNvSpPr txBox="1"/>
          <p:nvPr>
            <p:ph idx="6" type="body"/>
          </p:nvPr>
        </p:nvSpPr>
        <p:spPr>
          <a:xfrm>
            <a:off x="4775100" y="4306450"/>
            <a:ext cx="3861300" cy="456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Paragraph v2 - Image">
  <p:cSld name="BIG_NUMBER">
    <p:spTree>
      <p:nvGrpSpPr>
        <p:cNvPr id="280" name="Shape 280"/>
        <p:cNvGrpSpPr/>
        <p:nvPr/>
      </p:nvGrpSpPr>
      <p:grpSpPr>
        <a:xfrm>
          <a:off x="0" y="0"/>
          <a:ext cx="0" cy="0"/>
          <a:chOff x="0" y="0"/>
          <a:chExt cx="0" cy="0"/>
        </a:xfrm>
      </p:grpSpPr>
      <p:sp>
        <p:nvSpPr>
          <p:cNvPr id="281" name="Google Shape;28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32"/>
          <p:cNvSpPr/>
          <p:nvPr/>
        </p:nvSpPr>
        <p:spPr>
          <a:xfrm>
            <a:off x="5334175" y="744600"/>
            <a:ext cx="3343500" cy="33465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83" name="Google Shape;283;p32"/>
          <p:cNvSpPr/>
          <p:nvPr/>
        </p:nvSpPr>
        <p:spPr>
          <a:xfrm rot="10800000">
            <a:off x="5038730" y="858900"/>
            <a:ext cx="3524400" cy="3524400"/>
          </a:xfrm>
          <a:prstGeom prst="snip1Rect">
            <a:avLst>
              <a:gd fmla="val 11085" name="adj"/>
            </a:avLst>
          </a:prstGeom>
          <a:solidFill>
            <a:srgbClr val="0048D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84" name="Google Shape;284;p32"/>
          <p:cNvSpPr/>
          <p:nvPr/>
        </p:nvSpPr>
        <p:spPr>
          <a:xfrm>
            <a:off x="0" y="0"/>
            <a:ext cx="76200" cy="5143500"/>
          </a:xfrm>
          <a:prstGeom prst="rect">
            <a:avLst/>
          </a:prstGeom>
          <a:solidFill>
            <a:srgbClr val="FF3F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85" name="Google Shape;285;p32"/>
          <p:cNvSpPr/>
          <p:nvPr>
            <p:ph idx="2" type="pic"/>
          </p:nvPr>
        </p:nvSpPr>
        <p:spPr>
          <a:xfrm>
            <a:off x="5620125" y="1440300"/>
            <a:ext cx="2361600" cy="2361600"/>
          </a:xfrm>
          <a:prstGeom prst="ellipse">
            <a:avLst/>
          </a:prstGeom>
          <a:noFill/>
          <a:ln>
            <a:noFill/>
          </a:ln>
        </p:spPr>
      </p:sp>
      <p:sp>
        <p:nvSpPr>
          <p:cNvPr id="286" name="Google Shape;286;p32"/>
          <p:cNvSpPr/>
          <p:nvPr/>
        </p:nvSpPr>
        <p:spPr>
          <a:xfrm rot="10800000">
            <a:off x="5037350" y="3987500"/>
            <a:ext cx="395100" cy="395100"/>
          </a:xfrm>
          <a:prstGeom prst="rtTriangle">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Medium"/>
              <a:ea typeface="Work Sans Medium"/>
              <a:cs typeface="Work Sans Medium"/>
              <a:sym typeface="Work Sans Medium"/>
            </a:endParaRPr>
          </a:p>
        </p:txBody>
      </p:sp>
      <p:sp>
        <p:nvSpPr>
          <p:cNvPr id="287" name="Google Shape;287;p32"/>
          <p:cNvSpPr txBox="1"/>
          <p:nvPr>
            <p:ph type="title"/>
          </p:nvPr>
        </p:nvSpPr>
        <p:spPr>
          <a:xfrm>
            <a:off x="414900" y="744600"/>
            <a:ext cx="3943500" cy="450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88" name="Google Shape;288;p32"/>
          <p:cNvSpPr txBox="1"/>
          <p:nvPr>
            <p:ph idx="1" type="body"/>
          </p:nvPr>
        </p:nvSpPr>
        <p:spPr>
          <a:xfrm>
            <a:off x="431300" y="1509700"/>
            <a:ext cx="3943500" cy="2889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Paragraph v1">
  <p:cSld name="BIG_NUMBER_1">
    <p:spTree>
      <p:nvGrpSpPr>
        <p:cNvPr id="289" name="Shape 289"/>
        <p:cNvGrpSpPr/>
        <p:nvPr/>
      </p:nvGrpSpPr>
      <p:grpSpPr>
        <a:xfrm>
          <a:off x="0" y="0"/>
          <a:ext cx="0" cy="0"/>
          <a:chOff x="0" y="0"/>
          <a:chExt cx="0" cy="0"/>
        </a:xfrm>
      </p:grpSpPr>
      <p:sp>
        <p:nvSpPr>
          <p:cNvPr id="290" name="Google Shape;290;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3"/>
          <p:cNvSpPr/>
          <p:nvPr/>
        </p:nvSpPr>
        <p:spPr>
          <a:xfrm>
            <a:off x="0" y="0"/>
            <a:ext cx="762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2" name="Google Shape;292;p33"/>
          <p:cNvSpPr txBox="1"/>
          <p:nvPr>
            <p:ph type="title"/>
          </p:nvPr>
        </p:nvSpPr>
        <p:spPr>
          <a:xfrm>
            <a:off x="414900" y="401700"/>
            <a:ext cx="8253000" cy="450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93" name="Google Shape;293;p33"/>
          <p:cNvSpPr txBox="1"/>
          <p:nvPr>
            <p:ph idx="1" type="body"/>
          </p:nvPr>
        </p:nvSpPr>
        <p:spPr>
          <a:xfrm>
            <a:off x="414900" y="1166800"/>
            <a:ext cx="8253000" cy="2889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294" name="Google Shape;294;p33"/>
          <p:cNvGrpSpPr/>
          <p:nvPr/>
        </p:nvGrpSpPr>
        <p:grpSpPr>
          <a:xfrm>
            <a:off x="7735387" y="3959038"/>
            <a:ext cx="1814400" cy="1390613"/>
            <a:chOff x="2982412" y="1568263"/>
            <a:chExt cx="1814400" cy="1390613"/>
          </a:xfrm>
        </p:grpSpPr>
        <p:sp>
          <p:nvSpPr>
            <p:cNvPr id="295" name="Google Shape;295;p33"/>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6" name="Google Shape;296;p33"/>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7" name="Google Shape;297;p33"/>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8" name="Google Shape;298;p33"/>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9" name="Google Shape;299;p33"/>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1 No Image">
  <p:cSld name="BIG_NUMBER_1_2">
    <p:bg>
      <p:bgPr>
        <a:solidFill>
          <a:schemeClr val="accent2"/>
        </a:solidFill>
      </p:bgPr>
    </p:bg>
    <p:spTree>
      <p:nvGrpSpPr>
        <p:cNvPr id="300" name="Shape 300"/>
        <p:cNvGrpSpPr/>
        <p:nvPr/>
      </p:nvGrpSpPr>
      <p:grpSpPr>
        <a:xfrm>
          <a:off x="0" y="0"/>
          <a:ext cx="0" cy="0"/>
          <a:chOff x="0" y="0"/>
          <a:chExt cx="0" cy="0"/>
        </a:xfrm>
      </p:grpSpPr>
      <p:sp>
        <p:nvSpPr>
          <p:cNvPr id="301" name="Google Shape;301;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34"/>
          <p:cNvSpPr txBox="1"/>
          <p:nvPr>
            <p:ph type="title"/>
          </p:nvPr>
        </p:nvSpPr>
        <p:spPr>
          <a:xfrm>
            <a:off x="414900" y="401700"/>
            <a:ext cx="8253000" cy="450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303" name="Google Shape;303;p34"/>
          <p:cNvSpPr txBox="1"/>
          <p:nvPr>
            <p:ph idx="1" type="body"/>
          </p:nvPr>
        </p:nvSpPr>
        <p:spPr>
          <a:xfrm>
            <a:off x="414900" y="1166800"/>
            <a:ext cx="8253000" cy="2889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paragraphs">
  <p:cSld name="BIG_NUMBER_1_1">
    <p:spTree>
      <p:nvGrpSpPr>
        <p:cNvPr id="304" name="Shape 304"/>
        <p:cNvGrpSpPr/>
        <p:nvPr/>
      </p:nvGrpSpPr>
      <p:grpSpPr>
        <a:xfrm>
          <a:off x="0" y="0"/>
          <a:ext cx="0" cy="0"/>
          <a:chOff x="0" y="0"/>
          <a:chExt cx="0" cy="0"/>
        </a:xfrm>
      </p:grpSpPr>
      <p:sp>
        <p:nvSpPr>
          <p:cNvPr id="305" name="Google Shape;305;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5"/>
          <p:cNvSpPr/>
          <p:nvPr/>
        </p:nvSpPr>
        <p:spPr>
          <a:xfrm>
            <a:off x="0" y="0"/>
            <a:ext cx="76200" cy="5143500"/>
          </a:xfrm>
          <a:prstGeom prst="rect">
            <a:avLst/>
          </a:prstGeom>
          <a:solidFill>
            <a:schemeClr val="accent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07" name="Google Shape;307;p35"/>
          <p:cNvSpPr txBox="1"/>
          <p:nvPr>
            <p:ph type="title"/>
          </p:nvPr>
        </p:nvSpPr>
        <p:spPr>
          <a:xfrm>
            <a:off x="414900" y="401700"/>
            <a:ext cx="8253000" cy="450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08" name="Google Shape;308;p35"/>
          <p:cNvSpPr txBox="1"/>
          <p:nvPr>
            <p:ph idx="1" type="body"/>
          </p:nvPr>
        </p:nvSpPr>
        <p:spPr>
          <a:xfrm>
            <a:off x="414900" y="1166788"/>
            <a:ext cx="2423700" cy="2889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9" name="Google Shape;309;p35"/>
          <p:cNvSpPr txBox="1"/>
          <p:nvPr>
            <p:ph idx="2" type="body"/>
          </p:nvPr>
        </p:nvSpPr>
        <p:spPr>
          <a:xfrm>
            <a:off x="6291825" y="1166788"/>
            <a:ext cx="2423700" cy="2889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0" name="Google Shape;310;p35"/>
          <p:cNvSpPr txBox="1"/>
          <p:nvPr>
            <p:ph idx="3" type="body"/>
          </p:nvPr>
        </p:nvSpPr>
        <p:spPr>
          <a:xfrm>
            <a:off x="3539100" y="1166788"/>
            <a:ext cx="2423700" cy="2889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311" name="Google Shape;311;p35"/>
          <p:cNvGrpSpPr/>
          <p:nvPr/>
        </p:nvGrpSpPr>
        <p:grpSpPr>
          <a:xfrm>
            <a:off x="8144685" y="-307495"/>
            <a:ext cx="1332313" cy="1332088"/>
            <a:chOff x="5814125" y="1393900"/>
            <a:chExt cx="2255100" cy="2255100"/>
          </a:xfrm>
        </p:grpSpPr>
        <p:sp>
          <p:nvSpPr>
            <p:cNvPr id="312" name="Google Shape;312;p35"/>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13" name="Google Shape;313;p35"/>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14" name="Google Shape;314;p35"/>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15" name="Google Shape;315;p35"/>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Bullet Points" type="blank">
  <p:cSld name="BLANK">
    <p:bg>
      <p:bgPr>
        <a:solidFill>
          <a:schemeClr val="accent2"/>
        </a:solidFill>
      </p:bgPr>
    </p:bg>
    <p:spTree>
      <p:nvGrpSpPr>
        <p:cNvPr id="316" name="Shape 316"/>
        <p:cNvGrpSpPr/>
        <p:nvPr/>
      </p:nvGrpSpPr>
      <p:grpSpPr>
        <a:xfrm>
          <a:off x="0" y="0"/>
          <a:ext cx="0" cy="0"/>
          <a:chOff x="0" y="0"/>
          <a:chExt cx="0" cy="0"/>
        </a:xfrm>
      </p:grpSpPr>
      <p:sp>
        <p:nvSpPr>
          <p:cNvPr id="317" name="Google Shape;317;p36"/>
          <p:cNvSpPr/>
          <p:nvPr/>
        </p:nvSpPr>
        <p:spPr>
          <a:xfrm>
            <a:off x="666000" y="1314025"/>
            <a:ext cx="3526200" cy="33000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18" name="Google Shape;318;p36"/>
          <p:cNvSpPr/>
          <p:nvPr/>
        </p:nvSpPr>
        <p:spPr>
          <a:xfrm>
            <a:off x="6680975" y="0"/>
            <a:ext cx="2463000" cy="5143500"/>
          </a:xfrm>
          <a:prstGeom prst="rect">
            <a:avLst/>
          </a:prstGeom>
          <a:solidFill>
            <a:schemeClr val="accent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19" name="Google Shape;319;p36"/>
          <p:cNvSpPr/>
          <p:nvPr>
            <p:ph idx="2" type="pic"/>
          </p:nvPr>
        </p:nvSpPr>
        <p:spPr>
          <a:xfrm>
            <a:off x="666000" y="1314540"/>
            <a:ext cx="3435000" cy="3214500"/>
          </a:xfrm>
          <a:prstGeom prst="rect">
            <a:avLst/>
          </a:prstGeom>
          <a:noFill/>
          <a:ln>
            <a:noFill/>
          </a:ln>
        </p:spPr>
      </p:sp>
      <p:sp>
        <p:nvSpPr>
          <p:cNvPr id="320" name="Google Shape;320;p36"/>
          <p:cNvSpPr/>
          <p:nvPr/>
        </p:nvSpPr>
        <p:spPr>
          <a:xfrm>
            <a:off x="4619625" y="166763"/>
            <a:ext cx="4238400" cy="1014600"/>
          </a:xfrm>
          <a:prstGeom prst="snip1Rect">
            <a:avLst>
              <a:gd fmla="val 8737" name="adj"/>
            </a:avLst>
          </a:prstGeom>
          <a:solidFill>
            <a:schemeClr val="lt1"/>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chemeClr val="lt1"/>
              </a:solidFill>
            </a:endParaRPr>
          </a:p>
        </p:txBody>
      </p:sp>
      <p:sp>
        <p:nvSpPr>
          <p:cNvPr id="321" name="Google Shape;321;p36"/>
          <p:cNvSpPr txBox="1"/>
          <p:nvPr>
            <p:ph idx="1" type="body"/>
          </p:nvPr>
        </p:nvSpPr>
        <p:spPr>
          <a:xfrm>
            <a:off x="5332225" y="347875"/>
            <a:ext cx="3326100" cy="674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grpSp>
        <p:nvGrpSpPr>
          <p:cNvPr id="322" name="Google Shape;322;p36"/>
          <p:cNvGrpSpPr/>
          <p:nvPr/>
        </p:nvGrpSpPr>
        <p:grpSpPr>
          <a:xfrm>
            <a:off x="4849410" y="521229"/>
            <a:ext cx="327666" cy="327666"/>
            <a:chOff x="5814125" y="1393900"/>
            <a:chExt cx="2255100" cy="2255100"/>
          </a:xfrm>
        </p:grpSpPr>
        <p:sp>
          <p:nvSpPr>
            <p:cNvPr id="323" name="Google Shape;323;p36"/>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24" name="Google Shape;324;p36"/>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25" name="Google Shape;325;p36"/>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26" name="Google Shape;326;p36"/>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327" name="Google Shape;327;p36"/>
          <p:cNvSpPr txBox="1"/>
          <p:nvPr>
            <p:ph idx="3" type="body"/>
          </p:nvPr>
        </p:nvSpPr>
        <p:spPr>
          <a:xfrm>
            <a:off x="5132250" y="3488438"/>
            <a:ext cx="3526200" cy="674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328" name="Google Shape;328;p36"/>
          <p:cNvSpPr txBox="1"/>
          <p:nvPr>
            <p:ph idx="4" type="body"/>
          </p:nvPr>
        </p:nvSpPr>
        <p:spPr>
          <a:xfrm>
            <a:off x="5132250" y="2123000"/>
            <a:ext cx="3526200" cy="674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329" name="Google Shape;329;p36"/>
          <p:cNvSpPr txBox="1"/>
          <p:nvPr>
            <p:ph type="title"/>
          </p:nvPr>
        </p:nvSpPr>
        <p:spPr>
          <a:xfrm>
            <a:off x="574650" y="332975"/>
            <a:ext cx="3526200" cy="450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330" name="Google Shape;330;p36"/>
          <p:cNvSpPr/>
          <p:nvPr/>
        </p:nvSpPr>
        <p:spPr>
          <a:xfrm>
            <a:off x="4619625" y="1431888"/>
            <a:ext cx="4238400" cy="1014600"/>
          </a:xfrm>
          <a:prstGeom prst="snip1Rect">
            <a:avLst>
              <a:gd fmla="val 8737" name="adj"/>
            </a:avLst>
          </a:prstGeom>
          <a:solidFill>
            <a:schemeClr val="lt1"/>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chemeClr val="lt1"/>
              </a:solidFill>
            </a:endParaRPr>
          </a:p>
        </p:txBody>
      </p:sp>
      <p:sp>
        <p:nvSpPr>
          <p:cNvPr id="331" name="Google Shape;331;p36"/>
          <p:cNvSpPr txBox="1"/>
          <p:nvPr>
            <p:ph idx="5" type="body"/>
          </p:nvPr>
        </p:nvSpPr>
        <p:spPr>
          <a:xfrm>
            <a:off x="5332225" y="1613000"/>
            <a:ext cx="3326100" cy="674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grpSp>
        <p:nvGrpSpPr>
          <p:cNvPr id="332" name="Google Shape;332;p36"/>
          <p:cNvGrpSpPr/>
          <p:nvPr/>
        </p:nvGrpSpPr>
        <p:grpSpPr>
          <a:xfrm>
            <a:off x="4849410" y="1786354"/>
            <a:ext cx="327666" cy="327666"/>
            <a:chOff x="5814125" y="1393900"/>
            <a:chExt cx="2255100" cy="2255100"/>
          </a:xfrm>
        </p:grpSpPr>
        <p:sp>
          <p:nvSpPr>
            <p:cNvPr id="333" name="Google Shape;333;p36"/>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34" name="Google Shape;334;p36"/>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35" name="Google Shape;335;p36"/>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36" name="Google Shape;336;p36"/>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337" name="Google Shape;337;p36"/>
          <p:cNvSpPr/>
          <p:nvPr/>
        </p:nvSpPr>
        <p:spPr>
          <a:xfrm>
            <a:off x="4619625" y="2697013"/>
            <a:ext cx="4238400" cy="1014600"/>
          </a:xfrm>
          <a:prstGeom prst="snip1Rect">
            <a:avLst>
              <a:gd fmla="val 8737" name="adj"/>
            </a:avLst>
          </a:prstGeom>
          <a:solidFill>
            <a:schemeClr val="lt1"/>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chemeClr val="lt1"/>
              </a:solidFill>
            </a:endParaRPr>
          </a:p>
        </p:txBody>
      </p:sp>
      <p:sp>
        <p:nvSpPr>
          <p:cNvPr id="338" name="Google Shape;338;p36"/>
          <p:cNvSpPr txBox="1"/>
          <p:nvPr>
            <p:ph idx="6" type="body"/>
          </p:nvPr>
        </p:nvSpPr>
        <p:spPr>
          <a:xfrm>
            <a:off x="5332225" y="2878125"/>
            <a:ext cx="3326100" cy="674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grpSp>
        <p:nvGrpSpPr>
          <p:cNvPr id="339" name="Google Shape;339;p36"/>
          <p:cNvGrpSpPr/>
          <p:nvPr/>
        </p:nvGrpSpPr>
        <p:grpSpPr>
          <a:xfrm>
            <a:off x="4849410" y="3051479"/>
            <a:ext cx="327666" cy="327666"/>
            <a:chOff x="5814125" y="1393900"/>
            <a:chExt cx="2255100" cy="2255100"/>
          </a:xfrm>
        </p:grpSpPr>
        <p:sp>
          <p:nvSpPr>
            <p:cNvPr id="340" name="Google Shape;340;p36"/>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1" name="Google Shape;341;p36"/>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2" name="Google Shape;342;p36"/>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3" name="Google Shape;343;p36"/>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344" name="Google Shape;344;p36"/>
          <p:cNvSpPr/>
          <p:nvPr/>
        </p:nvSpPr>
        <p:spPr>
          <a:xfrm>
            <a:off x="4619625" y="3962138"/>
            <a:ext cx="4238400" cy="1014600"/>
          </a:xfrm>
          <a:prstGeom prst="snip1Rect">
            <a:avLst>
              <a:gd fmla="val 8737" name="adj"/>
            </a:avLst>
          </a:prstGeom>
          <a:solidFill>
            <a:schemeClr val="lt1"/>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chemeClr val="lt1"/>
              </a:solidFill>
            </a:endParaRPr>
          </a:p>
        </p:txBody>
      </p:sp>
      <p:sp>
        <p:nvSpPr>
          <p:cNvPr id="345" name="Google Shape;345;p36"/>
          <p:cNvSpPr txBox="1"/>
          <p:nvPr>
            <p:ph idx="7" type="body"/>
          </p:nvPr>
        </p:nvSpPr>
        <p:spPr>
          <a:xfrm>
            <a:off x="5332225" y="4143250"/>
            <a:ext cx="3326100" cy="674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grpSp>
        <p:nvGrpSpPr>
          <p:cNvPr id="346" name="Google Shape;346;p36"/>
          <p:cNvGrpSpPr/>
          <p:nvPr/>
        </p:nvGrpSpPr>
        <p:grpSpPr>
          <a:xfrm>
            <a:off x="4849410" y="4316604"/>
            <a:ext cx="327666" cy="327666"/>
            <a:chOff x="5814125" y="1393900"/>
            <a:chExt cx="2255100" cy="2255100"/>
          </a:xfrm>
        </p:grpSpPr>
        <p:sp>
          <p:nvSpPr>
            <p:cNvPr id="347" name="Google Shape;347;p36"/>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8" name="Google Shape;348;p36"/>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9" name="Google Shape;349;p36"/>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50" name="Google Shape;350;p36"/>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2">
  <p:cSld name="BLANK_2">
    <p:bg>
      <p:bgPr>
        <a:solidFill>
          <a:schemeClr val="accent2"/>
        </a:solidFill>
      </p:bgPr>
    </p:bg>
    <p:spTree>
      <p:nvGrpSpPr>
        <p:cNvPr id="351" name="Shape 351"/>
        <p:cNvGrpSpPr/>
        <p:nvPr/>
      </p:nvGrpSpPr>
      <p:grpSpPr>
        <a:xfrm>
          <a:off x="0" y="0"/>
          <a:ext cx="0" cy="0"/>
          <a:chOff x="0" y="0"/>
          <a:chExt cx="0" cy="0"/>
        </a:xfrm>
      </p:grpSpPr>
      <p:sp>
        <p:nvSpPr>
          <p:cNvPr id="352" name="Google Shape;352;p37"/>
          <p:cNvSpPr/>
          <p:nvPr/>
        </p:nvSpPr>
        <p:spPr>
          <a:xfrm>
            <a:off x="666000" y="1314025"/>
            <a:ext cx="3526200" cy="33000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53" name="Google Shape;353;p37"/>
          <p:cNvSpPr/>
          <p:nvPr/>
        </p:nvSpPr>
        <p:spPr>
          <a:xfrm>
            <a:off x="4759875" y="0"/>
            <a:ext cx="4384200" cy="5143500"/>
          </a:xfrm>
          <a:prstGeom prst="rect">
            <a:avLst/>
          </a:prstGeom>
          <a:solidFill>
            <a:schemeClr val="lt1"/>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54" name="Google Shape;354;p37"/>
          <p:cNvSpPr/>
          <p:nvPr>
            <p:ph idx="2" type="pic"/>
          </p:nvPr>
        </p:nvSpPr>
        <p:spPr>
          <a:xfrm>
            <a:off x="574650" y="1229050"/>
            <a:ext cx="3526200" cy="3300000"/>
          </a:xfrm>
          <a:prstGeom prst="rect">
            <a:avLst/>
          </a:prstGeom>
          <a:noFill/>
          <a:ln>
            <a:noFill/>
          </a:ln>
        </p:spPr>
      </p:sp>
      <p:sp>
        <p:nvSpPr>
          <p:cNvPr id="355" name="Google Shape;355;p37"/>
          <p:cNvSpPr txBox="1"/>
          <p:nvPr>
            <p:ph idx="1" type="body"/>
          </p:nvPr>
        </p:nvSpPr>
        <p:spPr>
          <a:xfrm>
            <a:off x="5137100" y="1124700"/>
            <a:ext cx="3571800" cy="3217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grpSp>
        <p:nvGrpSpPr>
          <p:cNvPr id="356" name="Google Shape;356;p37"/>
          <p:cNvGrpSpPr/>
          <p:nvPr/>
        </p:nvGrpSpPr>
        <p:grpSpPr>
          <a:xfrm>
            <a:off x="5137110" y="521229"/>
            <a:ext cx="327666" cy="327666"/>
            <a:chOff x="5814125" y="1393900"/>
            <a:chExt cx="2255100" cy="2255100"/>
          </a:xfrm>
        </p:grpSpPr>
        <p:sp>
          <p:nvSpPr>
            <p:cNvPr id="357" name="Google Shape;357;p37"/>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58" name="Google Shape;358;p37"/>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59" name="Google Shape;359;p37"/>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60" name="Google Shape;360;p37"/>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361" name="Google Shape;361;p37"/>
          <p:cNvSpPr txBox="1"/>
          <p:nvPr>
            <p:ph type="title"/>
          </p:nvPr>
        </p:nvSpPr>
        <p:spPr>
          <a:xfrm>
            <a:off x="574650" y="332975"/>
            <a:ext cx="3526200" cy="450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Tree>
  </p:cSld>
  <p:clrMapOvr>
    <a:masterClrMapping/>
  </p:clrMapOvr>
  <p:extLst>
    <p:ext uri="{DCECCB84-F9BA-43D5-87BE-67443E8EF086}">
      <p15:sldGuideLst>
        <p15:guide id="1" pos="3236">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Paragraph v2 - Image">
  <p:cSld name="BLANK_1">
    <p:bg>
      <p:bgPr>
        <a:solidFill>
          <a:schemeClr val="lt1"/>
        </a:solidFill>
      </p:bgPr>
    </p:bg>
    <p:spTree>
      <p:nvGrpSpPr>
        <p:cNvPr id="362" name="Shape 362"/>
        <p:cNvGrpSpPr/>
        <p:nvPr/>
      </p:nvGrpSpPr>
      <p:grpSpPr>
        <a:xfrm>
          <a:off x="0" y="0"/>
          <a:ext cx="0" cy="0"/>
          <a:chOff x="0" y="0"/>
          <a:chExt cx="0" cy="0"/>
        </a:xfrm>
      </p:grpSpPr>
      <p:sp>
        <p:nvSpPr>
          <p:cNvPr id="363" name="Google Shape;363;p38"/>
          <p:cNvSpPr/>
          <p:nvPr/>
        </p:nvSpPr>
        <p:spPr>
          <a:xfrm>
            <a:off x="4739700" y="0"/>
            <a:ext cx="4318200" cy="5143500"/>
          </a:xfrm>
          <a:prstGeom prst="rect">
            <a:avLst/>
          </a:prstGeom>
          <a:solidFill>
            <a:srgbClr val="FF3F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64" name="Google Shape;364;p38"/>
          <p:cNvSpPr/>
          <p:nvPr>
            <p:ph idx="2" type="pic"/>
          </p:nvPr>
        </p:nvSpPr>
        <p:spPr>
          <a:xfrm>
            <a:off x="4825800" y="0"/>
            <a:ext cx="4318200" cy="5177100"/>
          </a:xfrm>
          <a:prstGeom prst="rect">
            <a:avLst/>
          </a:prstGeom>
          <a:noFill/>
          <a:ln>
            <a:noFill/>
          </a:ln>
        </p:spPr>
      </p:sp>
      <p:sp>
        <p:nvSpPr>
          <p:cNvPr id="365" name="Google Shape;365;p38"/>
          <p:cNvSpPr txBox="1"/>
          <p:nvPr>
            <p:ph type="title"/>
          </p:nvPr>
        </p:nvSpPr>
        <p:spPr>
          <a:xfrm>
            <a:off x="487725" y="515475"/>
            <a:ext cx="4179900" cy="519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66" name="Google Shape;366;p38"/>
          <p:cNvSpPr txBox="1"/>
          <p:nvPr>
            <p:ph idx="1" type="body"/>
          </p:nvPr>
        </p:nvSpPr>
        <p:spPr>
          <a:xfrm>
            <a:off x="484900" y="1139875"/>
            <a:ext cx="3943500" cy="2892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1">
  <p:cSld name="BLANK_1_1">
    <p:bg>
      <p:bgPr>
        <a:solidFill>
          <a:schemeClr val="lt1"/>
        </a:solidFill>
      </p:bgPr>
    </p:bg>
    <p:spTree>
      <p:nvGrpSpPr>
        <p:cNvPr id="367" name="Shape 367"/>
        <p:cNvGrpSpPr/>
        <p:nvPr/>
      </p:nvGrpSpPr>
      <p:grpSpPr>
        <a:xfrm>
          <a:off x="0" y="0"/>
          <a:ext cx="0" cy="0"/>
          <a:chOff x="0" y="0"/>
          <a:chExt cx="0" cy="0"/>
        </a:xfrm>
      </p:grpSpPr>
      <p:sp>
        <p:nvSpPr>
          <p:cNvPr id="368" name="Google Shape;368;p39"/>
          <p:cNvSpPr/>
          <p:nvPr/>
        </p:nvSpPr>
        <p:spPr>
          <a:xfrm>
            <a:off x="5505125" y="0"/>
            <a:ext cx="3552900" cy="5029500"/>
          </a:xfrm>
          <a:prstGeom prst="rect">
            <a:avLst/>
          </a:prstGeom>
          <a:solidFill>
            <a:schemeClr val="accent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69" name="Google Shape;369;p39"/>
          <p:cNvSpPr/>
          <p:nvPr>
            <p:ph idx="2" type="pic"/>
          </p:nvPr>
        </p:nvSpPr>
        <p:spPr>
          <a:xfrm>
            <a:off x="5617800" y="0"/>
            <a:ext cx="3526200" cy="5177100"/>
          </a:xfrm>
          <a:prstGeom prst="rect">
            <a:avLst/>
          </a:prstGeom>
          <a:noFill/>
          <a:ln>
            <a:noFill/>
          </a:ln>
        </p:spPr>
      </p:sp>
      <p:sp>
        <p:nvSpPr>
          <p:cNvPr id="370" name="Google Shape;370;p39"/>
          <p:cNvSpPr txBox="1"/>
          <p:nvPr>
            <p:ph type="title"/>
          </p:nvPr>
        </p:nvSpPr>
        <p:spPr>
          <a:xfrm>
            <a:off x="487725" y="515475"/>
            <a:ext cx="4179900" cy="519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71" name="Google Shape;371;p39"/>
          <p:cNvSpPr txBox="1"/>
          <p:nvPr>
            <p:ph idx="1" type="body"/>
          </p:nvPr>
        </p:nvSpPr>
        <p:spPr>
          <a:xfrm>
            <a:off x="484900" y="1139875"/>
            <a:ext cx="3943500" cy="2892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2">
  <p:cSld name="BLANK_1_1_1">
    <p:bg>
      <p:bgPr>
        <a:solidFill>
          <a:schemeClr val="lt1"/>
        </a:solidFill>
      </p:bgPr>
    </p:bg>
    <p:spTree>
      <p:nvGrpSpPr>
        <p:cNvPr id="372" name="Shape 372"/>
        <p:cNvGrpSpPr/>
        <p:nvPr/>
      </p:nvGrpSpPr>
      <p:grpSpPr>
        <a:xfrm>
          <a:off x="0" y="0"/>
          <a:ext cx="0" cy="0"/>
          <a:chOff x="0" y="0"/>
          <a:chExt cx="0" cy="0"/>
        </a:xfrm>
      </p:grpSpPr>
      <p:sp>
        <p:nvSpPr>
          <p:cNvPr id="373" name="Google Shape;373;p40"/>
          <p:cNvSpPr/>
          <p:nvPr/>
        </p:nvSpPr>
        <p:spPr>
          <a:xfrm>
            <a:off x="228600" y="37650"/>
            <a:ext cx="3552900" cy="5068200"/>
          </a:xfrm>
          <a:prstGeom prst="rect">
            <a:avLst/>
          </a:prstGeom>
          <a:solidFill>
            <a:schemeClr val="accent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74" name="Google Shape;374;p40"/>
          <p:cNvSpPr/>
          <p:nvPr>
            <p:ph idx="2" type="pic"/>
          </p:nvPr>
        </p:nvSpPr>
        <p:spPr>
          <a:xfrm>
            <a:off x="0" y="-2675"/>
            <a:ext cx="3720300" cy="5143500"/>
          </a:xfrm>
          <a:prstGeom prst="rect">
            <a:avLst/>
          </a:prstGeom>
          <a:noFill/>
          <a:ln>
            <a:noFill/>
          </a:ln>
        </p:spPr>
      </p:sp>
      <p:sp>
        <p:nvSpPr>
          <p:cNvPr id="375" name="Google Shape;375;p40"/>
          <p:cNvSpPr txBox="1"/>
          <p:nvPr>
            <p:ph type="title"/>
          </p:nvPr>
        </p:nvSpPr>
        <p:spPr>
          <a:xfrm>
            <a:off x="4139625" y="515475"/>
            <a:ext cx="4179900" cy="519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76" name="Google Shape;376;p40"/>
          <p:cNvSpPr txBox="1"/>
          <p:nvPr>
            <p:ph idx="1" type="body"/>
          </p:nvPr>
        </p:nvSpPr>
        <p:spPr>
          <a:xfrm>
            <a:off x="4136800" y="1139875"/>
            <a:ext cx="3943500" cy="2892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Layout 3">
  <p:cSld name="DEFAULT">
    <p:bg>
      <p:bgPr>
        <a:solidFill>
          <a:srgbClr val="0048D0"/>
        </a:solidFill>
      </p:bgPr>
    </p:bg>
    <p:spTree>
      <p:nvGrpSpPr>
        <p:cNvPr id="377" name="Shape 377"/>
        <p:cNvGrpSpPr/>
        <p:nvPr/>
      </p:nvGrpSpPr>
      <p:grpSpPr>
        <a:xfrm>
          <a:off x="0" y="0"/>
          <a:ext cx="0" cy="0"/>
          <a:chOff x="0" y="0"/>
          <a:chExt cx="0" cy="0"/>
        </a:xfrm>
      </p:grpSpPr>
      <p:pic>
        <p:nvPicPr>
          <p:cNvPr descr=" " id="378" name="Google Shape;378;p41"/>
          <p:cNvPicPr preferRelativeResize="0"/>
          <p:nvPr/>
        </p:nvPicPr>
        <p:blipFill rotWithShape="1">
          <a:blip r:embed="rId2">
            <a:alphaModFix/>
          </a:blip>
          <a:srcRect b="0" l="0" r="0" t="0"/>
          <a:stretch/>
        </p:blipFill>
        <p:spPr>
          <a:xfrm>
            <a:off x="3396605" y="4238625"/>
            <a:ext cx="381000" cy="380953"/>
          </a:xfrm>
          <a:prstGeom prst="rect">
            <a:avLst/>
          </a:prstGeom>
          <a:noFill/>
          <a:ln>
            <a:noFill/>
          </a:ln>
        </p:spPr>
      </p:pic>
      <p:sp>
        <p:nvSpPr>
          <p:cNvPr id="379" name="Google Shape;379;p41"/>
          <p:cNvSpPr/>
          <p:nvPr>
            <p:ph idx="2" type="pic"/>
          </p:nvPr>
        </p:nvSpPr>
        <p:spPr>
          <a:xfrm>
            <a:off x="464450" y="787200"/>
            <a:ext cx="8222400" cy="2013000"/>
          </a:xfrm>
          <a:prstGeom prst="rect">
            <a:avLst/>
          </a:prstGeom>
          <a:noFill/>
          <a:ln>
            <a:noFill/>
          </a:ln>
        </p:spPr>
      </p:sp>
      <p:sp>
        <p:nvSpPr>
          <p:cNvPr id="380" name="Google Shape;380;p41"/>
          <p:cNvSpPr txBox="1"/>
          <p:nvPr>
            <p:ph type="title"/>
          </p:nvPr>
        </p:nvSpPr>
        <p:spPr>
          <a:xfrm>
            <a:off x="464450" y="3090875"/>
            <a:ext cx="3872400" cy="1020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descr=" " id="381" name="Google Shape;381;p41"/>
          <p:cNvPicPr preferRelativeResize="0"/>
          <p:nvPr/>
        </p:nvPicPr>
        <p:blipFill rotWithShape="1">
          <a:blip r:embed="rId3">
            <a:alphaModFix/>
          </a:blip>
          <a:srcRect b="0" l="0" r="0" t="0"/>
          <a:stretch/>
        </p:blipFill>
        <p:spPr>
          <a:xfrm>
            <a:off x="8294876" y="-137175"/>
            <a:ext cx="921050" cy="667475"/>
          </a:xfrm>
          <a:prstGeom prst="rect">
            <a:avLst/>
          </a:prstGeom>
          <a:noFill/>
          <a:ln>
            <a:noFill/>
          </a:ln>
        </p:spPr>
      </p:pic>
      <p:sp>
        <p:nvSpPr>
          <p:cNvPr id="382" name="Google Shape;382;p41"/>
          <p:cNvSpPr txBox="1"/>
          <p:nvPr>
            <p:ph idx="1" type="body"/>
          </p:nvPr>
        </p:nvSpPr>
        <p:spPr>
          <a:xfrm>
            <a:off x="4814450" y="3091185"/>
            <a:ext cx="3872400" cy="102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1pPr>
            <a:lvl2pPr indent="-298450" lvl="1" marL="9144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2pPr>
            <a:lvl3pPr indent="-298450" lvl="2" marL="13716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3pPr>
            <a:lvl4pPr indent="-298450" lvl="3" marL="18288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4pPr>
            <a:lvl5pPr indent="-298450" lvl="4" marL="22860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5pPr>
            <a:lvl6pPr indent="-298450" lvl="5" marL="27432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6pPr>
            <a:lvl7pPr indent="-298450" lvl="6" marL="32004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7pPr>
            <a:lvl8pPr indent="-298450" lvl="7" marL="36576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8pPr>
            <a:lvl9pPr indent="-298450" lvl="8" marL="4114800">
              <a:spcBef>
                <a:spcPts val="0"/>
              </a:spcBef>
              <a:spcAft>
                <a:spcPts val="0"/>
              </a:spcAft>
              <a:buClr>
                <a:schemeClr val="lt1"/>
              </a:buClr>
              <a:buSzPts val="1100"/>
              <a:buFont typeface="Work Sans"/>
              <a:buChar char="■"/>
              <a:defRPr>
                <a:solidFill>
                  <a:schemeClr val="lt1"/>
                </a:solidFill>
                <a:latin typeface="Work Sans"/>
                <a:ea typeface="Work Sans"/>
                <a:cs typeface="Work Sans"/>
                <a:sym typeface="Work San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Layout 4">
  <p:cSld name="CUSTOM">
    <p:spTree>
      <p:nvGrpSpPr>
        <p:cNvPr id="383" name="Shape 383"/>
        <p:cNvGrpSpPr/>
        <p:nvPr/>
      </p:nvGrpSpPr>
      <p:grpSpPr>
        <a:xfrm>
          <a:off x="0" y="0"/>
          <a:ext cx="0" cy="0"/>
          <a:chOff x="0" y="0"/>
          <a:chExt cx="0" cy="0"/>
        </a:xfrm>
      </p:grpSpPr>
      <p:sp>
        <p:nvSpPr>
          <p:cNvPr id="384" name="Google Shape;384;p42"/>
          <p:cNvSpPr/>
          <p:nvPr/>
        </p:nvSpPr>
        <p:spPr>
          <a:xfrm>
            <a:off x="4886330" y="533400"/>
            <a:ext cx="3800400" cy="3867300"/>
          </a:xfrm>
          <a:prstGeom prst="rect">
            <a:avLst/>
          </a:prstGeom>
          <a:solidFill>
            <a:srgbClr val="FEBB0B"/>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85" name="Google Shape;385;p42"/>
          <p:cNvSpPr/>
          <p:nvPr>
            <p:ph idx="2" type="pic"/>
          </p:nvPr>
        </p:nvSpPr>
        <p:spPr>
          <a:xfrm>
            <a:off x="4776900" y="606900"/>
            <a:ext cx="3827100" cy="3832500"/>
          </a:xfrm>
          <a:prstGeom prst="rect">
            <a:avLst/>
          </a:prstGeom>
          <a:noFill/>
          <a:ln>
            <a:noFill/>
          </a:ln>
        </p:spPr>
      </p:sp>
      <p:sp>
        <p:nvSpPr>
          <p:cNvPr id="386" name="Google Shape;386;p42"/>
          <p:cNvSpPr/>
          <p:nvPr/>
        </p:nvSpPr>
        <p:spPr>
          <a:xfrm>
            <a:off x="4750075" y="4028975"/>
            <a:ext cx="431100" cy="43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Medium"/>
              <a:ea typeface="Work Sans Medium"/>
              <a:cs typeface="Work Sans Medium"/>
              <a:sym typeface="Work Sans Medium"/>
            </a:endParaRPr>
          </a:p>
        </p:txBody>
      </p:sp>
      <p:sp>
        <p:nvSpPr>
          <p:cNvPr id="387" name="Google Shape;387;p42"/>
          <p:cNvSpPr/>
          <p:nvPr/>
        </p:nvSpPr>
        <p:spPr>
          <a:xfrm rot="10800000">
            <a:off x="4774103" y="4030374"/>
            <a:ext cx="408900" cy="408900"/>
          </a:xfrm>
          <a:prstGeom prst="rtTriangle">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Medium"/>
              <a:ea typeface="Work Sans Medium"/>
              <a:cs typeface="Work Sans Medium"/>
              <a:sym typeface="Work Sans Medium"/>
            </a:endParaRPr>
          </a:p>
        </p:txBody>
      </p:sp>
      <p:sp>
        <p:nvSpPr>
          <p:cNvPr id="388" name="Google Shape;388;p42"/>
          <p:cNvSpPr txBox="1"/>
          <p:nvPr>
            <p:ph type="title"/>
          </p:nvPr>
        </p:nvSpPr>
        <p:spPr>
          <a:xfrm>
            <a:off x="504550" y="763575"/>
            <a:ext cx="3800400" cy="976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89" name="Google Shape;389;p42"/>
          <p:cNvSpPr txBox="1"/>
          <p:nvPr>
            <p:ph idx="1" type="body"/>
          </p:nvPr>
        </p:nvSpPr>
        <p:spPr>
          <a:xfrm>
            <a:off x="504550" y="1867625"/>
            <a:ext cx="3605400" cy="2571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390" name="Google Shape;390;p42"/>
          <p:cNvPicPr preferRelativeResize="0"/>
          <p:nvPr/>
        </p:nvPicPr>
        <p:blipFill>
          <a:blip r:embed="rId2">
            <a:alphaModFix/>
          </a:blip>
          <a:stretch>
            <a:fillRect/>
          </a:stretch>
        </p:blipFill>
        <p:spPr>
          <a:xfrm>
            <a:off x="-431175" y="-485200"/>
            <a:ext cx="1092100" cy="1092100"/>
          </a:xfrm>
          <a:prstGeom prst="rect">
            <a:avLst/>
          </a:prstGeom>
          <a:noFill/>
          <a:ln>
            <a:noFill/>
          </a:ln>
        </p:spPr>
      </p:pic>
    </p:spTree>
  </p:cSld>
  <p:clrMapOvr>
    <a:masterClrMapping/>
  </p:clrMapOvr>
  <p:extLst>
    <p:ext uri="{DCECCB84-F9BA-43D5-87BE-67443E8EF086}">
      <p15:sldGuideLst>
        <p15:guide id="1" pos="318">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nA Slide">
  <p:cSld name="CUSTOM_1">
    <p:bg>
      <p:bgPr>
        <a:solidFill>
          <a:schemeClr val="dk1"/>
        </a:solidFill>
      </p:bgPr>
    </p:bg>
    <p:spTree>
      <p:nvGrpSpPr>
        <p:cNvPr id="391" name="Shape 391"/>
        <p:cNvGrpSpPr/>
        <p:nvPr/>
      </p:nvGrpSpPr>
      <p:grpSpPr>
        <a:xfrm>
          <a:off x="0" y="0"/>
          <a:ext cx="0" cy="0"/>
          <a:chOff x="0" y="0"/>
          <a:chExt cx="0" cy="0"/>
        </a:xfrm>
      </p:grpSpPr>
      <p:pic>
        <p:nvPicPr>
          <p:cNvPr descr=" " id="392" name="Google Shape;392;p43"/>
          <p:cNvPicPr preferRelativeResize="0"/>
          <p:nvPr/>
        </p:nvPicPr>
        <p:blipFill rotWithShape="1">
          <a:blip r:embed="rId2">
            <a:alphaModFix/>
          </a:blip>
          <a:srcRect b="0" l="0" r="0" t="0"/>
          <a:stretch/>
        </p:blipFill>
        <p:spPr>
          <a:xfrm>
            <a:off x="5135917" y="1366975"/>
            <a:ext cx="3105153" cy="2409526"/>
          </a:xfrm>
          <a:prstGeom prst="rect">
            <a:avLst/>
          </a:prstGeom>
          <a:noFill/>
          <a:ln>
            <a:noFill/>
          </a:ln>
        </p:spPr>
      </p:pic>
      <p:sp>
        <p:nvSpPr>
          <p:cNvPr id="393" name="Google Shape;393;p43"/>
          <p:cNvSpPr/>
          <p:nvPr/>
        </p:nvSpPr>
        <p:spPr>
          <a:xfrm>
            <a:off x="-709613" y="-566737"/>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94" name="Google Shape;394;p43"/>
          <p:cNvSpPr/>
          <p:nvPr/>
        </p:nvSpPr>
        <p:spPr>
          <a:xfrm>
            <a:off x="-709613" y="-3238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95" name="Google Shape;395;p43"/>
          <p:cNvSpPr/>
          <p:nvPr/>
        </p:nvSpPr>
        <p:spPr>
          <a:xfrm>
            <a:off x="-709613" y="-762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96" name="Google Shape;396;p43"/>
          <p:cNvSpPr/>
          <p:nvPr/>
        </p:nvSpPr>
        <p:spPr>
          <a:xfrm>
            <a:off x="-709613" y="166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97" name="Google Shape;397;p43"/>
          <p:cNvSpPr/>
          <p:nvPr/>
        </p:nvSpPr>
        <p:spPr>
          <a:xfrm>
            <a:off x="-709613" y="409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98" name="Google Shape;398;p43"/>
          <p:cNvSpPr txBox="1"/>
          <p:nvPr>
            <p:ph type="title"/>
          </p:nvPr>
        </p:nvSpPr>
        <p:spPr>
          <a:xfrm>
            <a:off x="481025" y="1204925"/>
            <a:ext cx="3067200" cy="469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99" name="Google Shape;399;p43"/>
          <p:cNvSpPr txBox="1"/>
          <p:nvPr>
            <p:ph idx="1" type="body"/>
          </p:nvPr>
        </p:nvSpPr>
        <p:spPr>
          <a:xfrm>
            <a:off x="481025" y="2806675"/>
            <a:ext cx="3766500" cy="1401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slide - v1">
  <p:cSld name="CUSTOM_2">
    <p:bg>
      <p:bgPr>
        <a:solidFill>
          <a:srgbClr val="0048D0"/>
        </a:solidFill>
      </p:bgPr>
    </p:bg>
    <p:spTree>
      <p:nvGrpSpPr>
        <p:cNvPr id="400" name="Shape 400"/>
        <p:cNvGrpSpPr/>
        <p:nvPr/>
      </p:nvGrpSpPr>
      <p:grpSpPr>
        <a:xfrm>
          <a:off x="0" y="0"/>
          <a:ext cx="0" cy="0"/>
          <a:chOff x="0" y="0"/>
          <a:chExt cx="0" cy="0"/>
        </a:xfrm>
      </p:grpSpPr>
      <p:sp>
        <p:nvSpPr>
          <p:cNvPr id="401" name="Google Shape;401;p44"/>
          <p:cNvSpPr/>
          <p:nvPr/>
        </p:nvSpPr>
        <p:spPr>
          <a:xfrm>
            <a:off x="4229104" y="0"/>
            <a:ext cx="4914900" cy="51435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02" name="Google Shape;402;p44"/>
          <p:cNvSpPr/>
          <p:nvPr/>
        </p:nvSpPr>
        <p:spPr>
          <a:xfrm>
            <a:off x="4643442" y="2119313"/>
            <a:ext cx="342900" cy="342900"/>
          </a:xfrm>
          <a:prstGeom prst="rect">
            <a:avLst/>
          </a:prstGeom>
          <a:solidFill>
            <a:srgbClr val="FEBB0B"/>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03" name="Google Shape;403;p44"/>
          <p:cNvSpPr/>
          <p:nvPr/>
        </p:nvSpPr>
        <p:spPr>
          <a:xfrm>
            <a:off x="4643442" y="3033713"/>
            <a:ext cx="342900" cy="342900"/>
          </a:xfrm>
          <a:prstGeom prst="rect">
            <a:avLst/>
          </a:prstGeom>
          <a:solidFill>
            <a:srgbClr val="FEBB0B"/>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04" name="Google Shape;404;p44"/>
          <p:cNvSpPr/>
          <p:nvPr/>
        </p:nvSpPr>
        <p:spPr>
          <a:xfrm>
            <a:off x="4643442" y="3910013"/>
            <a:ext cx="342900" cy="342900"/>
          </a:xfrm>
          <a:prstGeom prst="rect">
            <a:avLst/>
          </a:prstGeom>
          <a:solidFill>
            <a:srgbClr val="FEBB0B"/>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05" name="Google Shape;405;p44"/>
          <p:cNvSpPr/>
          <p:nvPr/>
        </p:nvSpPr>
        <p:spPr>
          <a:xfrm>
            <a:off x="4681542" y="2081213"/>
            <a:ext cx="342900" cy="3429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06" name="Google Shape;406;p44"/>
          <p:cNvSpPr/>
          <p:nvPr/>
        </p:nvSpPr>
        <p:spPr>
          <a:xfrm>
            <a:off x="4681542" y="2995613"/>
            <a:ext cx="342900" cy="3429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07" name="Google Shape;407;p44"/>
          <p:cNvSpPr/>
          <p:nvPr/>
        </p:nvSpPr>
        <p:spPr>
          <a:xfrm>
            <a:off x="4681542" y="3871913"/>
            <a:ext cx="342900" cy="342900"/>
          </a:xfrm>
          <a:prstGeom prst="rect">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408" name="Google Shape;408;p44"/>
          <p:cNvPicPr preferRelativeResize="0"/>
          <p:nvPr/>
        </p:nvPicPr>
        <p:blipFill rotWithShape="1">
          <a:blip r:embed="rId2">
            <a:alphaModFix/>
          </a:blip>
          <a:srcRect b="0" l="0" r="0" t="0"/>
          <a:stretch/>
        </p:blipFill>
        <p:spPr>
          <a:xfrm>
            <a:off x="4719642" y="3910013"/>
            <a:ext cx="266700" cy="266667"/>
          </a:xfrm>
          <a:prstGeom prst="rect">
            <a:avLst/>
          </a:prstGeom>
          <a:noFill/>
          <a:ln>
            <a:noFill/>
          </a:ln>
        </p:spPr>
      </p:pic>
      <p:pic>
        <p:nvPicPr>
          <p:cNvPr descr=" " id="409" name="Google Shape;409;p44"/>
          <p:cNvPicPr preferRelativeResize="0"/>
          <p:nvPr/>
        </p:nvPicPr>
        <p:blipFill rotWithShape="1">
          <a:blip r:embed="rId3">
            <a:alphaModFix/>
          </a:blip>
          <a:srcRect b="0" l="0" r="0" t="0"/>
          <a:stretch/>
        </p:blipFill>
        <p:spPr>
          <a:xfrm>
            <a:off x="4719642" y="2119313"/>
            <a:ext cx="266700" cy="266667"/>
          </a:xfrm>
          <a:prstGeom prst="rect">
            <a:avLst/>
          </a:prstGeom>
          <a:noFill/>
          <a:ln>
            <a:noFill/>
          </a:ln>
        </p:spPr>
      </p:pic>
      <p:pic>
        <p:nvPicPr>
          <p:cNvPr descr=" " id="410" name="Google Shape;410;p44"/>
          <p:cNvPicPr preferRelativeResize="0"/>
          <p:nvPr/>
        </p:nvPicPr>
        <p:blipFill rotWithShape="1">
          <a:blip r:embed="rId4">
            <a:alphaModFix/>
          </a:blip>
          <a:srcRect b="0" l="0" r="0" t="0"/>
          <a:stretch/>
        </p:blipFill>
        <p:spPr>
          <a:xfrm>
            <a:off x="4719642" y="3033713"/>
            <a:ext cx="266700" cy="266667"/>
          </a:xfrm>
          <a:prstGeom prst="rect">
            <a:avLst/>
          </a:prstGeom>
          <a:noFill/>
          <a:ln>
            <a:noFill/>
          </a:ln>
        </p:spPr>
      </p:pic>
      <p:pic>
        <p:nvPicPr>
          <p:cNvPr descr=" " id="411" name="Google Shape;411;p44"/>
          <p:cNvPicPr preferRelativeResize="0"/>
          <p:nvPr/>
        </p:nvPicPr>
        <p:blipFill rotWithShape="1">
          <a:blip r:embed="rId5">
            <a:alphaModFix/>
          </a:blip>
          <a:srcRect b="0" l="0" r="0" t="0"/>
          <a:stretch/>
        </p:blipFill>
        <p:spPr>
          <a:xfrm>
            <a:off x="4736271" y="3049178"/>
            <a:ext cx="240071" cy="232673"/>
          </a:xfrm>
          <a:prstGeom prst="rect">
            <a:avLst/>
          </a:prstGeom>
          <a:noFill/>
          <a:ln>
            <a:noFill/>
          </a:ln>
        </p:spPr>
      </p:pic>
      <p:sp>
        <p:nvSpPr>
          <p:cNvPr id="412" name="Google Shape;412;p44"/>
          <p:cNvSpPr/>
          <p:nvPr/>
        </p:nvSpPr>
        <p:spPr>
          <a:xfrm>
            <a:off x="9067809" y="0"/>
            <a:ext cx="76200" cy="5143500"/>
          </a:xfrm>
          <a:prstGeom prst="rect">
            <a:avLst/>
          </a:prstGeom>
          <a:solidFill>
            <a:srgbClr val="FF3F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13" name="Google Shape;413;p44"/>
          <p:cNvSpPr txBox="1"/>
          <p:nvPr>
            <p:ph idx="1" type="subTitle"/>
          </p:nvPr>
        </p:nvSpPr>
        <p:spPr>
          <a:xfrm>
            <a:off x="4581625" y="764825"/>
            <a:ext cx="3766500" cy="543600"/>
          </a:xfrm>
          <a:prstGeom prst="rect">
            <a:avLst/>
          </a:prstGeom>
        </p:spPr>
        <p:txBody>
          <a:bodyPr anchorCtr="0" anchor="t" bIns="91425" lIns="91425" spcFirstLastPara="1" rIns="91425" wrap="square" tIns="91425">
            <a:noAutofit/>
          </a:bodyPr>
          <a:lstStyle>
            <a:lvl1pPr lvl="0">
              <a:spcBef>
                <a:spcPts val="0"/>
              </a:spcBef>
              <a:spcAft>
                <a:spcPts val="0"/>
              </a:spcAft>
              <a:buSzPts val="2000"/>
              <a:buFont typeface="Space Grotesk Medium"/>
              <a:buNone/>
              <a:defRPr sz="2000">
                <a:latin typeface="Space Grotesk Medium"/>
                <a:ea typeface="Space Grotesk Medium"/>
                <a:cs typeface="Space Grotesk Medium"/>
                <a:sym typeface="Space Grotesk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4" name="Google Shape;414;p44"/>
          <p:cNvSpPr txBox="1"/>
          <p:nvPr>
            <p:ph idx="2" type="body"/>
          </p:nvPr>
        </p:nvSpPr>
        <p:spPr>
          <a:xfrm>
            <a:off x="5151000" y="2346050"/>
            <a:ext cx="3440400" cy="266700"/>
          </a:xfrm>
          <a:prstGeom prst="rect">
            <a:avLst/>
          </a:prstGeom>
        </p:spPr>
        <p:txBody>
          <a:bodyPr anchorCtr="0" anchor="t" bIns="91425" lIns="0"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415" name="Google Shape;415;p44"/>
          <p:cNvGrpSpPr/>
          <p:nvPr/>
        </p:nvGrpSpPr>
        <p:grpSpPr>
          <a:xfrm>
            <a:off x="-886725" y="-852225"/>
            <a:ext cx="2255100" cy="2255100"/>
            <a:chOff x="5814125" y="1393900"/>
            <a:chExt cx="2255100" cy="2255100"/>
          </a:xfrm>
        </p:grpSpPr>
        <p:sp>
          <p:nvSpPr>
            <p:cNvPr id="416" name="Google Shape;416;p44"/>
            <p:cNvSpPr/>
            <p:nvPr/>
          </p:nvSpPr>
          <p:spPr>
            <a:xfrm>
              <a:off x="6844025" y="1393900"/>
              <a:ext cx="195300" cy="2255100"/>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17" name="Google Shape;417;p44"/>
            <p:cNvSpPr/>
            <p:nvPr/>
          </p:nvSpPr>
          <p:spPr>
            <a:xfrm rot="-5400000">
              <a:off x="6844025" y="1402250"/>
              <a:ext cx="195300" cy="2255100"/>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18" name="Google Shape;418;p44"/>
            <p:cNvSpPr/>
            <p:nvPr/>
          </p:nvSpPr>
          <p:spPr>
            <a:xfrm rot="-2700000">
              <a:off x="6843997" y="1402319"/>
              <a:ext cx="195161" cy="2254964"/>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19" name="Google Shape;419;p44"/>
            <p:cNvSpPr/>
            <p:nvPr/>
          </p:nvSpPr>
          <p:spPr>
            <a:xfrm rot="-8100000">
              <a:off x="6849999" y="1408320"/>
              <a:ext cx="195161" cy="2254964"/>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420" name="Google Shape;420;p44"/>
          <p:cNvSpPr/>
          <p:nvPr>
            <p:ph idx="3" type="pic"/>
          </p:nvPr>
        </p:nvSpPr>
        <p:spPr>
          <a:xfrm>
            <a:off x="848100" y="1440300"/>
            <a:ext cx="2361600" cy="2361600"/>
          </a:xfrm>
          <a:prstGeom prst="ellipse">
            <a:avLst/>
          </a:prstGeom>
          <a:noFill/>
          <a:ln>
            <a:noFill/>
          </a:ln>
        </p:spPr>
      </p:sp>
      <p:sp>
        <p:nvSpPr>
          <p:cNvPr id="421" name="Google Shape;421;p44"/>
          <p:cNvSpPr txBox="1"/>
          <p:nvPr>
            <p:ph idx="4" type="body"/>
          </p:nvPr>
        </p:nvSpPr>
        <p:spPr>
          <a:xfrm>
            <a:off x="5151000" y="3277375"/>
            <a:ext cx="3440400" cy="266700"/>
          </a:xfrm>
          <a:prstGeom prst="rect">
            <a:avLst/>
          </a:prstGeom>
        </p:spPr>
        <p:txBody>
          <a:bodyPr anchorCtr="0" anchor="t" bIns="91425" lIns="0"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2" name="Google Shape;422;p44"/>
          <p:cNvSpPr txBox="1"/>
          <p:nvPr>
            <p:ph idx="5" type="body"/>
          </p:nvPr>
        </p:nvSpPr>
        <p:spPr>
          <a:xfrm>
            <a:off x="5151000" y="4153675"/>
            <a:ext cx="3440400" cy="266700"/>
          </a:xfrm>
          <a:prstGeom prst="rect">
            <a:avLst/>
          </a:prstGeom>
        </p:spPr>
        <p:txBody>
          <a:bodyPr anchorCtr="0" anchor="t" bIns="91425" lIns="0"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3" name="Google Shape;423;p44"/>
          <p:cNvSpPr txBox="1"/>
          <p:nvPr/>
        </p:nvSpPr>
        <p:spPr>
          <a:xfrm>
            <a:off x="5151000" y="2075650"/>
            <a:ext cx="3547500" cy="3540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a:solidFill>
                  <a:schemeClr val="accent3"/>
                </a:solidFill>
                <a:latin typeface="Work Sans Medium"/>
                <a:ea typeface="Work Sans Medium"/>
                <a:cs typeface="Work Sans Medium"/>
                <a:sym typeface="Work Sans Medium"/>
              </a:rPr>
              <a:t>Address</a:t>
            </a:r>
            <a:endParaRPr>
              <a:solidFill>
                <a:schemeClr val="accent3"/>
              </a:solidFill>
              <a:latin typeface="Work Sans Medium"/>
              <a:ea typeface="Work Sans Medium"/>
              <a:cs typeface="Work Sans Medium"/>
              <a:sym typeface="Work Sans Medium"/>
            </a:endParaRPr>
          </a:p>
        </p:txBody>
      </p:sp>
      <p:sp>
        <p:nvSpPr>
          <p:cNvPr id="424" name="Google Shape;424;p44"/>
          <p:cNvSpPr txBox="1"/>
          <p:nvPr/>
        </p:nvSpPr>
        <p:spPr>
          <a:xfrm>
            <a:off x="5151000" y="2988513"/>
            <a:ext cx="3547500" cy="3540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a:solidFill>
                  <a:schemeClr val="accent3"/>
                </a:solidFill>
                <a:latin typeface="Work Sans Medium"/>
                <a:ea typeface="Work Sans Medium"/>
                <a:cs typeface="Work Sans Medium"/>
                <a:sym typeface="Work Sans Medium"/>
              </a:rPr>
              <a:t>Contact</a:t>
            </a:r>
            <a:endParaRPr>
              <a:solidFill>
                <a:schemeClr val="accent3"/>
              </a:solidFill>
              <a:latin typeface="Work Sans Medium"/>
              <a:ea typeface="Work Sans Medium"/>
              <a:cs typeface="Work Sans Medium"/>
              <a:sym typeface="Work Sans Medium"/>
            </a:endParaRPr>
          </a:p>
        </p:txBody>
      </p:sp>
      <p:sp>
        <p:nvSpPr>
          <p:cNvPr id="425" name="Google Shape;425;p44"/>
          <p:cNvSpPr txBox="1"/>
          <p:nvPr/>
        </p:nvSpPr>
        <p:spPr>
          <a:xfrm>
            <a:off x="5151000" y="3866338"/>
            <a:ext cx="3547500" cy="3540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a:solidFill>
                  <a:schemeClr val="accent3"/>
                </a:solidFill>
                <a:latin typeface="Work Sans Medium"/>
                <a:ea typeface="Work Sans Medium"/>
                <a:cs typeface="Work Sans Medium"/>
                <a:sym typeface="Work Sans Medium"/>
              </a:rPr>
              <a:t>Website</a:t>
            </a:r>
            <a:endParaRPr>
              <a:solidFill>
                <a:schemeClr val="accent3"/>
              </a:solidFill>
              <a:latin typeface="Work Sans Medium"/>
              <a:ea typeface="Work Sans Medium"/>
              <a:cs typeface="Work Sans Medium"/>
              <a:sym typeface="Work Sans Medium"/>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slide - v3">
  <p:cSld name="CUSTOM_5">
    <p:bg>
      <p:bgPr>
        <a:solidFill>
          <a:schemeClr val="accent6"/>
        </a:solidFill>
      </p:bgPr>
    </p:bg>
    <p:spTree>
      <p:nvGrpSpPr>
        <p:cNvPr id="426" name="Shape 426"/>
        <p:cNvGrpSpPr/>
        <p:nvPr/>
      </p:nvGrpSpPr>
      <p:grpSpPr>
        <a:xfrm>
          <a:off x="0" y="0"/>
          <a:ext cx="0" cy="0"/>
          <a:chOff x="0" y="0"/>
          <a:chExt cx="0" cy="0"/>
        </a:xfrm>
      </p:grpSpPr>
      <p:sp>
        <p:nvSpPr>
          <p:cNvPr id="427" name="Google Shape;42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428" name="Google Shape;428;p45"/>
          <p:cNvSpPr/>
          <p:nvPr>
            <p:ph idx="2" type="pic"/>
          </p:nvPr>
        </p:nvSpPr>
        <p:spPr>
          <a:xfrm>
            <a:off x="414300" y="1184275"/>
            <a:ext cx="8315400" cy="1600200"/>
          </a:xfrm>
          <a:prstGeom prst="snip1Rect">
            <a:avLst>
              <a:gd fmla="val 16667" name="adj"/>
            </a:avLst>
          </a:prstGeom>
          <a:noFill/>
          <a:ln>
            <a:noFill/>
          </a:ln>
        </p:spPr>
      </p:sp>
      <p:sp>
        <p:nvSpPr>
          <p:cNvPr id="429" name="Google Shape;429;p45"/>
          <p:cNvSpPr txBox="1"/>
          <p:nvPr>
            <p:ph idx="1" type="body"/>
          </p:nvPr>
        </p:nvSpPr>
        <p:spPr>
          <a:xfrm>
            <a:off x="414300" y="3374750"/>
            <a:ext cx="3440400" cy="266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sp>
        <p:nvSpPr>
          <p:cNvPr id="430" name="Google Shape;430;p45"/>
          <p:cNvSpPr txBox="1"/>
          <p:nvPr>
            <p:ph idx="3" type="body"/>
          </p:nvPr>
        </p:nvSpPr>
        <p:spPr>
          <a:xfrm>
            <a:off x="5289300" y="3374750"/>
            <a:ext cx="3440400" cy="266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sp>
        <p:nvSpPr>
          <p:cNvPr id="431" name="Google Shape;431;p45"/>
          <p:cNvSpPr txBox="1"/>
          <p:nvPr>
            <p:ph idx="4" type="body"/>
          </p:nvPr>
        </p:nvSpPr>
        <p:spPr>
          <a:xfrm>
            <a:off x="414300" y="4298675"/>
            <a:ext cx="3440400" cy="266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sp>
        <p:nvSpPr>
          <p:cNvPr id="432" name="Google Shape;432;p45"/>
          <p:cNvSpPr txBox="1"/>
          <p:nvPr>
            <p:ph idx="5" type="body"/>
          </p:nvPr>
        </p:nvSpPr>
        <p:spPr>
          <a:xfrm>
            <a:off x="5289300" y="4298675"/>
            <a:ext cx="3440400" cy="266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grpSp>
        <p:nvGrpSpPr>
          <p:cNvPr id="433" name="Google Shape;433;p45"/>
          <p:cNvGrpSpPr/>
          <p:nvPr/>
        </p:nvGrpSpPr>
        <p:grpSpPr>
          <a:xfrm>
            <a:off x="7916362" y="-514862"/>
            <a:ext cx="1814400" cy="1390613"/>
            <a:chOff x="2982412" y="1568263"/>
            <a:chExt cx="1814400" cy="1390613"/>
          </a:xfrm>
        </p:grpSpPr>
        <p:sp>
          <p:nvSpPr>
            <p:cNvPr id="434" name="Google Shape;434;p45"/>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35" name="Google Shape;435;p45"/>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36" name="Google Shape;436;p45"/>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37" name="Google Shape;437;p45"/>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438" name="Google Shape;438;p45"/>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
        <p:nvSpPr>
          <p:cNvPr id="439" name="Google Shape;439;p45"/>
          <p:cNvSpPr txBox="1"/>
          <p:nvPr/>
        </p:nvSpPr>
        <p:spPr>
          <a:xfrm>
            <a:off x="414300" y="3071625"/>
            <a:ext cx="34404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4"/>
                </a:solidFill>
                <a:latin typeface="Work Sans Medium"/>
                <a:ea typeface="Work Sans Medium"/>
                <a:cs typeface="Work Sans Medium"/>
                <a:sym typeface="Work Sans Medium"/>
              </a:rPr>
              <a:t>Number</a:t>
            </a:r>
            <a:endParaRPr>
              <a:solidFill>
                <a:schemeClr val="accent4"/>
              </a:solidFill>
              <a:latin typeface="Work Sans Medium"/>
              <a:ea typeface="Work Sans Medium"/>
              <a:cs typeface="Work Sans Medium"/>
              <a:sym typeface="Work Sans Medium"/>
            </a:endParaRPr>
          </a:p>
        </p:txBody>
      </p:sp>
      <p:sp>
        <p:nvSpPr>
          <p:cNvPr id="440" name="Google Shape;440;p45"/>
          <p:cNvSpPr txBox="1"/>
          <p:nvPr/>
        </p:nvSpPr>
        <p:spPr>
          <a:xfrm>
            <a:off x="5289300" y="3071625"/>
            <a:ext cx="34404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4"/>
                </a:solidFill>
                <a:latin typeface="Work Sans Medium"/>
                <a:ea typeface="Work Sans Medium"/>
                <a:cs typeface="Work Sans Medium"/>
                <a:sym typeface="Work Sans Medium"/>
              </a:rPr>
              <a:t>Email</a:t>
            </a:r>
            <a:endParaRPr>
              <a:solidFill>
                <a:schemeClr val="accent4"/>
              </a:solidFill>
              <a:latin typeface="Work Sans Medium"/>
              <a:ea typeface="Work Sans Medium"/>
              <a:cs typeface="Work Sans Medium"/>
              <a:sym typeface="Work Sans Medium"/>
            </a:endParaRPr>
          </a:p>
        </p:txBody>
      </p:sp>
      <p:sp>
        <p:nvSpPr>
          <p:cNvPr id="441" name="Google Shape;441;p45"/>
          <p:cNvSpPr txBox="1"/>
          <p:nvPr/>
        </p:nvSpPr>
        <p:spPr>
          <a:xfrm>
            <a:off x="414300" y="4001904"/>
            <a:ext cx="34404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4"/>
                </a:solidFill>
                <a:latin typeface="Work Sans Medium"/>
                <a:ea typeface="Work Sans Medium"/>
                <a:cs typeface="Work Sans Medium"/>
                <a:sym typeface="Work Sans Medium"/>
              </a:rPr>
              <a:t>Site </a:t>
            </a:r>
            <a:endParaRPr>
              <a:solidFill>
                <a:schemeClr val="accent4"/>
              </a:solidFill>
              <a:latin typeface="Work Sans Medium"/>
              <a:ea typeface="Work Sans Medium"/>
              <a:cs typeface="Work Sans Medium"/>
              <a:sym typeface="Work Sans Medium"/>
            </a:endParaRPr>
          </a:p>
        </p:txBody>
      </p:sp>
      <p:sp>
        <p:nvSpPr>
          <p:cNvPr id="442" name="Google Shape;442;p45"/>
          <p:cNvSpPr txBox="1"/>
          <p:nvPr/>
        </p:nvSpPr>
        <p:spPr>
          <a:xfrm>
            <a:off x="5289300" y="4001904"/>
            <a:ext cx="34404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4"/>
                </a:solidFill>
                <a:latin typeface="Work Sans Medium"/>
                <a:ea typeface="Work Sans Medium"/>
                <a:cs typeface="Work Sans Medium"/>
                <a:sym typeface="Work Sans Medium"/>
              </a:rPr>
              <a:t>Address</a:t>
            </a:r>
            <a:endParaRPr>
              <a:solidFill>
                <a:schemeClr val="accent4"/>
              </a:solidFill>
              <a:latin typeface="Work Sans Medium"/>
              <a:ea typeface="Work Sans Medium"/>
              <a:cs typeface="Work Sans Medium"/>
              <a:sym typeface="Work Sans Medium"/>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items on timeline v2">
  <p:cSld name="CUSTOM_6">
    <p:bg>
      <p:bgPr>
        <a:solidFill>
          <a:schemeClr val="dk1"/>
        </a:solidFill>
      </p:bgPr>
    </p:bg>
    <p:spTree>
      <p:nvGrpSpPr>
        <p:cNvPr id="443" name="Shape 443"/>
        <p:cNvGrpSpPr/>
        <p:nvPr/>
      </p:nvGrpSpPr>
      <p:grpSpPr>
        <a:xfrm>
          <a:off x="0" y="0"/>
          <a:ext cx="0" cy="0"/>
          <a:chOff x="0" y="0"/>
          <a:chExt cx="0" cy="0"/>
        </a:xfrm>
      </p:grpSpPr>
      <p:sp>
        <p:nvSpPr>
          <p:cNvPr id="444" name="Google Shape;444;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2000"/>
              <a:buNone/>
              <a:defRPr>
                <a:solidFill>
                  <a:schemeClr val="lt1"/>
                </a:solidFill>
              </a:defRPr>
            </a:lvl1pPr>
            <a:lvl2pPr lvl="1" algn="ctr">
              <a:spcBef>
                <a:spcPts val="0"/>
              </a:spcBef>
              <a:spcAft>
                <a:spcPts val="0"/>
              </a:spcAft>
              <a:buClr>
                <a:schemeClr val="lt1"/>
              </a:buClr>
              <a:buSzPts val="2000"/>
              <a:buNone/>
              <a:defRPr>
                <a:solidFill>
                  <a:schemeClr val="lt1"/>
                </a:solidFill>
              </a:defRPr>
            </a:lvl2pPr>
            <a:lvl3pPr lvl="2" algn="ctr">
              <a:spcBef>
                <a:spcPts val="0"/>
              </a:spcBef>
              <a:spcAft>
                <a:spcPts val="0"/>
              </a:spcAft>
              <a:buClr>
                <a:schemeClr val="lt1"/>
              </a:buClr>
              <a:buSzPts val="2000"/>
              <a:buNone/>
              <a:defRPr>
                <a:solidFill>
                  <a:schemeClr val="lt1"/>
                </a:solidFill>
              </a:defRPr>
            </a:lvl3pPr>
            <a:lvl4pPr lvl="3" algn="ctr">
              <a:spcBef>
                <a:spcPts val="0"/>
              </a:spcBef>
              <a:spcAft>
                <a:spcPts val="0"/>
              </a:spcAft>
              <a:buClr>
                <a:schemeClr val="lt1"/>
              </a:buClr>
              <a:buSzPts val="2000"/>
              <a:buNone/>
              <a:defRPr>
                <a:solidFill>
                  <a:schemeClr val="lt1"/>
                </a:solidFill>
              </a:defRPr>
            </a:lvl4pPr>
            <a:lvl5pPr lvl="4" algn="ctr">
              <a:spcBef>
                <a:spcPts val="0"/>
              </a:spcBef>
              <a:spcAft>
                <a:spcPts val="0"/>
              </a:spcAft>
              <a:buClr>
                <a:schemeClr val="lt1"/>
              </a:buClr>
              <a:buSzPts val="2000"/>
              <a:buNone/>
              <a:defRPr>
                <a:solidFill>
                  <a:schemeClr val="lt1"/>
                </a:solidFill>
              </a:defRPr>
            </a:lvl5pPr>
            <a:lvl6pPr lvl="5" algn="ctr">
              <a:spcBef>
                <a:spcPts val="0"/>
              </a:spcBef>
              <a:spcAft>
                <a:spcPts val="0"/>
              </a:spcAft>
              <a:buClr>
                <a:schemeClr val="lt1"/>
              </a:buClr>
              <a:buSzPts val="2000"/>
              <a:buNone/>
              <a:defRPr>
                <a:solidFill>
                  <a:schemeClr val="lt1"/>
                </a:solidFill>
              </a:defRPr>
            </a:lvl6pPr>
            <a:lvl7pPr lvl="6" algn="ctr">
              <a:spcBef>
                <a:spcPts val="0"/>
              </a:spcBef>
              <a:spcAft>
                <a:spcPts val="0"/>
              </a:spcAft>
              <a:buClr>
                <a:schemeClr val="lt1"/>
              </a:buClr>
              <a:buSzPts val="2000"/>
              <a:buNone/>
              <a:defRPr>
                <a:solidFill>
                  <a:schemeClr val="lt1"/>
                </a:solidFill>
              </a:defRPr>
            </a:lvl7pPr>
            <a:lvl8pPr lvl="7" algn="ctr">
              <a:spcBef>
                <a:spcPts val="0"/>
              </a:spcBef>
              <a:spcAft>
                <a:spcPts val="0"/>
              </a:spcAft>
              <a:buClr>
                <a:schemeClr val="lt1"/>
              </a:buClr>
              <a:buSzPts val="2000"/>
              <a:buNone/>
              <a:defRPr>
                <a:solidFill>
                  <a:schemeClr val="lt1"/>
                </a:solidFill>
              </a:defRPr>
            </a:lvl8pPr>
            <a:lvl9pPr lvl="8" algn="ctr">
              <a:spcBef>
                <a:spcPts val="0"/>
              </a:spcBef>
              <a:spcAft>
                <a:spcPts val="0"/>
              </a:spcAft>
              <a:buClr>
                <a:schemeClr val="lt1"/>
              </a:buClr>
              <a:buSzPts val="2000"/>
              <a:buNone/>
              <a:defRPr>
                <a:solidFill>
                  <a:schemeClr val="lt1"/>
                </a:solidFill>
              </a:defRPr>
            </a:lvl9pPr>
          </a:lstStyle>
          <a:p/>
        </p:txBody>
      </p:sp>
      <p:sp>
        <p:nvSpPr>
          <p:cNvPr id="445" name="Google Shape;445;p46"/>
          <p:cNvSpPr/>
          <p:nvPr/>
        </p:nvSpPr>
        <p:spPr>
          <a:xfrm>
            <a:off x="533400" y="2488725"/>
            <a:ext cx="8077200" cy="47700"/>
          </a:xfrm>
          <a:prstGeom prst="rect">
            <a:avLst/>
          </a:prstGeom>
          <a:solidFill>
            <a:srgbClr val="4444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46" name="Google Shape;446;p46"/>
          <p:cNvSpPr txBox="1"/>
          <p:nvPr>
            <p:ph idx="1" type="body"/>
          </p:nvPr>
        </p:nvSpPr>
        <p:spPr>
          <a:xfrm>
            <a:off x="533400" y="2726850"/>
            <a:ext cx="1647900" cy="8460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447" name="Google Shape;447;p46"/>
          <p:cNvSpPr txBox="1"/>
          <p:nvPr>
            <p:ph idx="2" type="subTitle"/>
          </p:nvPr>
        </p:nvSpPr>
        <p:spPr>
          <a:xfrm>
            <a:off x="533400" y="1952700"/>
            <a:ext cx="1647900" cy="266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4"/>
              </a:buClr>
              <a:buSzPts val="1400"/>
              <a:buFont typeface="Work Sans Medium"/>
              <a:buNone/>
              <a:defRPr sz="1400">
                <a:solidFill>
                  <a:schemeClr val="accent4"/>
                </a:solidFill>
                <a:latin typeface="Work Sans Medium"/>
                <a:ea typeface="Work Sans Medium"/>
                <a:cs typeface="Work Sans Medium"/>
                <a:sym typeface="Work Sans Medium"/>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448" name="Google Shape;448;p46"/>
          <p:cNvSpPr txBox="1"/>
          <p:nvPr>
            <p:ph idx="3" type="body"/>
          </p:nvPr>
        </p:nvSpPr>
        <p:spPr>
          <a:xfrm>
            <a:off x="6962700" y="2724300"/>
            <a:ext cx="1647900" cy="8460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449" name="Google Shape;449;p46"/>
          <p:cNvSpPr txBox="1"/>
          <p:nvPr>
            <p:ph idx="4" type="subTitle"/>
          </p:nvPr>
        </p:nvSpPr>
        <p:spPr>
          <a:xfrm>
            <a:off x="6962700" y="1950150"/>
            <a:ext cx="1647900" cy="266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3F00"/>
              </a:buClr>
              <a:buSzPts val="1400"/>
              <a:buFont typeface="Work Sans Medium"/>
              <a:buNone/>
              <a:defRPr sz="1400">
                <a:solidFill>
                  <a:srgbClr val="FF3F00"/>
                </a:solidFill>
                <a:latin typeface="Work Sans Medium"/>
                <a:ea typeface="Work Sans Medium"/>
                <a:cs typeface="Work Sans Medium"/>
                <a:sym typeface="Work Sans Medium"/>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450" name="Google Shape;450;p46"/>
          <p:cNvSpPr txBox="1"/>
          <p:nvPr>
            <p:ph idx="5" type="body"/>
          </p:nvPr>
        </p:nvSpPr>
        <p:spPr>
          <a:xfrm>
            <a:off x="3748050" y="2724300"/>
            <a:ext cx="1647900" cy="8460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451" name="Google Shape;451;p46"/>
          <p:cNvSpPr txBox="1"/>
          <p:nvPr>
            <p:ph idx="6" type="subTitle"/>
          </p:nvPr>
        </p:nvSpPr>
        <p:spPr>
          <a:xfrm>
            <a:off x="3748050" y="1950150"/>
            <a:ext cx="1647900" cy="266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4A86E8"/>
              </a:buClr>
              <a:buSzPts val="1400"/>
              <a:buFont typeface="Work Sans Medium"/>
              <a:buNone/>
              <a:defRPr sz="1400">
                <a:solidFill>
                  <a:srgbClr val="4A86E8"/>
                </a:solidFill>
                <a:latin typeface="Work Sans Medium"/>
                <a:ea typeface="Work Sans Medium"/>
                <a:cs typeface="Work Sans Medium"/>
                <a:sym typeface="Work Sans Medium"/>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452" name="Google Shape;452;p46"/>
          <p:cNvSpPr/>
          <p:nvPr/>
        </p:nvSpPr>
        <p:spPr>
          <a:xfrm>
            <a:off x="1281150" y="2436375"/>
            <a:ext cx="152400" cy="152400"/>
          </a:xfrm>
          <a:prstGeom prst="ellipse">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53" name="Google Shape;453;p46"/>
          <p:cNvSpPr/>
          <p:nvPr/>
        </p:nvSpPr>
        <p:spPr>
          <a:xfrm>
            <a:off x="4458750" y="2436375"/>
            <a:ext cx="152400" cy="152400"/>
          </a:xfrm>
          <a:prstGeom prst="ellipse">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54" name="Google Shape;454;p46"/>
          <p:cNvSpPr/>
          <p:nvPr/>
        </p:nvSpPr>
        <p:spPr>
          <a:xfrm>
            <a:off x="7710450" y="2436375"/>
            <a:ext cx="152400" cy="1524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items on timeline">
  <p:cSld name="CUSTOM_6_1">
    <p:bg>
      <p:bgPr>
        <a:solidFill>
          <a:schemeClr val="dk1"/>
        </a:solidFill>
      </p:bgPr>
    </p:bg>
    <p:spTree>
      <p:nvGrpSpPr>
        <p:cNvPr id="455" name="Shape 455"/>
        <p:cNvGrpSpPr/>
        <p:nvPr/>
      </p:nvGrpSpPr>
      <p:grpSpPr>
        <a:xfrm>
          <a:off x="0" y="0"/>
          <a:ext cx="0" cy="0"/>
          <a:chOff x="0" y="0"/>
          <a:chExt cx="0" cy="0"/>
        </a:xfrm>
      </p:grpSpPr>
      <p:sp>
        <p:nvSpPr>
          <p:cNvPr id="456" name="Google Shape;456;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457" name="Google Shape;457;p47"/>
          <p:cNvSpPr/>
          <p:nvPr/>
        </p:nvSpPr>
        <p:spPr>
          <a:xfrm rot="5400000">
            <a:off x="629000" y="2946425"/>
            <a:ext cx="3340500" cy="47700"/>
          </a:xfrm>
          <a:prstGeom prst="rect">
            <a:avLst/>
          </a:prstGeom>
          <a:solidFill>
            <a:srgbClr val="4444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58" name="Google Shape;458;p47"/>
          <p:cNvSpPr txBox="1"/>
          <p:nvPr>
            <p:ph idx="1" type="body"/>
          </p:nvPr>
        </p:nvSpPr>
        <p:spPr>
          <a:xfrm>
            <a:off x="2532325" y="1300025"/>
            <a:ext cx="6027000" cy="846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459" name="Google Shape;459;p47"/>
          <p:cNvSpPr txBox="1"/>
          <p:nvPr>
            <p:ph idx="2" type="subTitle"/>
          </p:nvPr>
        </p:nvSpPr>
        <p:spPr>
          <a:xfrm>
            <a:off x="533400" y="158967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4"/>
              </a:buClr>
              <a:buSzPts val="1200"/>
              <a:buFont typeface="Work Sans Medium"/>
              <a:buNone/>
              <a:defRPr sz="1200">
                <a:solidFill>
                  <a:schemeClr val="accent4"/>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60" name="Google Shape;460;p47"/>
          <p:cNvSpPr/>
          <p:nvPr/>
        </p:nvSpPr>
        <p:spPr>
          <a:xfrm>
            <a:off x="2223050" y="1646825"/>
            <a:ext cx="152400" cy="152400"/>
          </a:xfrm>
          <a:prstGeom prst="ellipse">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61" name="Google Shape;461;p47"/>
          <p:cNvSpPr txBox="1"/>
          <p:nvPr>
            <p:ph idx="3" type="body"/>
          </p:nvPr>
        </p:nvSpPr>
        <p:spPr>
          <a:xfrm>
            <a:off x="2532325" y="3794525"/>
            <a:ext cx="6027000" cy="846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462" name="Google Shape;462;p47"/>
          <p:cNvSpPr txBox="1"/>
          <p:nvPr>
            <p:ph idx="4" type="subTitle"/>
          </p:nvPr>
        </p:nvSpPr>
        <p:spPr>
          <a:xfrm>
            <a:off x="533400" y="408417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3"/>
              </a:buClr>
              <a:buSzPts val="1200"/>
              <a:buFont typeface="Work Sans Medium"/>
              <a:buNone/>
              <a:defRPr sz="1200">
                <a:solidFill>
                  <a:schemeClr val="accent3"/>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63" name="Google Shape;463;p47"/>
          <p:cNvSpPr/>
          <p:nvPr/>
        </p:nvSpPr>
        <p:spPr>
          <a:xfrm>
            <a:off x="2223050" y="4141325"/>
            <a:ext cx="152400" cy="1524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64" name="Google Shape;464;p47"/>
          <p:cNvSpPr txBox="1"/>
          <p:nvPr>
            <p:ph idx="5" type="body"/>
          </p:nvPr>
        </p:nvSpPr>
        <p:spPr>
          <a:xfrm>
            <a:off x="2532325" y="2547275"/>
            <a:ext cx="6027000" cy="846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465" name="Google Shape;465;p47"/>
          <p:cNvSpPr txBox="1"/>
          <p:nvPr>
            <p:ph idx="6" type="subTitle"/>
          </p:nvPr>
        </p:nvSpPr>
        <p:spPr>
          <a:xfrm>
            <a:off x="533400" y="283692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4A86E8"/>
              </a:buClr>
              <a:buSzPts val="1200"/>
              <a:buFont typeface="Work Sans Medium"/>
              <a:buNone/>
              <a:defRPr sz="1200">
                <a:solidFill>
                  <a:srgbClr val="4A86E8"/>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66" name="Google Shape;466;p47"/>
          <p:cNvSpPr/>
          <p:nvPr/>
        </p:nvSpPr>
        <p:spPr>
          <a:xfrm>
            <a:off x="2223050" y="2894075"/>
            <a:ext cx="152400" cy="152400"/>
          </a:xfrm>
          <a:prstGeom prst="ellipse">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nvGrpSpPr>
          <p:cNvPr id="467" name="Google Shape;467;p47"/>
          <p:cNvGrpSpPr/>
          <p:nvPr/>
        </p:nvGrpSpPr>
        <p:grpSpPr>
          <a:xfrm>
            <a:off x="7952475" y="-852225"/>
            <a:ext cx="2255100" cy="2255100"/>
            <a:chOff x="5814125" y="1393900"/>
            <a:chExt cx="2255100" cy="2255100"/>
          </a:xfrm>
        </p:grpSpPr>
        <p:sp>
          <p:nvSpPr>
            <p:cNvPr id="468" name="Google Shape;468;p47"/>
            <p:cNvSpPr/>
            <p:nvPr/>
          </p:nvSpPr>
          <p:spPr>
            <a:xfrm>
              <a:off x="6844025" y="1393900"/>
              <a:ext cx="195300" cy="2255100"/>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69" name="Google Shape;469;p47"/>
            <p:cNvSpPr/>
            <p:nvPr/>
          </p:nvSpPr>
          <p:spPr>
            <a:xfrm rot="-5400000">
              <a:off x="6844025" y="1402250"/>
              <a:ext cx="195300" cy="2255100"/>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70" name="Google Shape;470;p47"/>
            <p:cNvSpPr/>
            <p:nvPr/>
          </p:nvSpPr>
          <p:spPr>
            <a:xfrm rot="-2700000">
              <a:off x="6843997" y="1402319"/>
              <a:ext cx="195161" cy="2254964"/>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71" name="Google Shape;471;p47"/>
            <p:cNvSpPr/>
            <p:nvPr/>
          </p:nvSpPr>
          <p:spPr>
            <a:xfrm rot="-8100000">
              <a:off x="6849999" y="1408320"/>
              <a:ext cx="195161" cy="2254964"/>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items on timeline 1">
  <p:cSld name="CUSTOM_6_1_1">
    <p:bg>
      <p:bgPr>
        <a:solidFill>
          <a:schemeClr val="dk1"/>
        </a:solidFill>
      </p:bgPr>
    </p:bg>
    <p:spTree>
      <p:nvGrpSpPr>
        <p:cNvPr id="472" name="Shape 472"/>
        <p:cNvGrpSpPr/>
        <p:nvPr/>
      </p:nvGrpSpPr>
      <p:grpSpPr>
        <a:xfrm>
          <a:off x="0" y="0"/>
          <a:ext cx="0" cy="0"/>
          <a:chOff x="0" y="0"/>
          <a:chExt cx="0" cy="0"/>
        </a:xfrm>
      </p:grpSpPr>
      <p:sp>
        <p:nvSpPr>
          <p:cNvPr id="473" name="Google Shape;473;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474" name="Google Shape;474;p48"/>
          <p:cNvSpPr/>
          <p:nvPr/>
        </p:nvSpPr>
        <p:spPr>
          <a:xfrm rot="5400000">
            <a:off x="629000" y="2946425"/>
            <a:ext cx="3340500" cy="47700"/>
          </a:xfrm>
          <a:prstGeom prst="rect">
            <a:avLst/>
          </a:prstGeom>
          <a:solidFill>
            <a:srgbClr val="4444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75" name="Google Shape;475;p48"/>
          <p:cNvSpPr txBox="1"/>
          <p:nvPr>
            <p:ph idx="1" type="body"/>
          </p:nvPr>
        </p:nvSpPr>
        <p:spPr>
          <a:xfrm>
            <a:off x="2532325" y="1300025"/>
            <a:ext cx="6027000" cy="499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476" name="Google Shape;476;p48"/>
          <p:cNvSpPr txBox="1"/>
          <p:nvPr>
            <p:ph idx="2" type="subTitle"/>
          </p:nvPr>
        </p:nvSpPr>
        <p:spPr>
          <a:xfrm>
            <a:off x="533400" y="141627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4"/>
              </a:buClr>
              <a:buSzPts val="1200"/>
              <a:buFont typeface="Work Sans Medium"/>
              <a:buNone/>
              <a:defRPr sz="1200">
                <a:solidFill>
                  <a:schemeClr val="accent4"/>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77" name="Google Shape;477;p48"/>
          <p:cNvSpPr/>
          <p:nvPr/>
        </p:nvSpPr>
        <p:spPr>
          <a:xfrm>
            <a:off x="2223050" y="1473425"/>
            <a:ext cx="152400" cy="152400"/>
          </a:xfrm>
          <a:prstGeom prst="ellipse">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nvGrpSpPr>
          <p:cNvPr id="478" name="Google Shape;478;p48"/>
          <p:cNvGrpSpPr/>
          <p:nvPr/>
        </p:nvGrpSpPr>
        <p:grpSpPr>
          <a:xfrm>
            <a:off x="7952475" y="-852225"/>
            <a:ext cx="2255100" cy="2255100"/>
            <a:chOff x="5814125" y="1393900"/>
            <a:chExt cx="2255100" cy="2255100"/>
          </a:xfrm>
        </p:grpSpPr>
        <p:sp>
          <p:nvSpPr>
            <p:cNvPr id="479" name="Google Shape;479;p48"/>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80" name="Google Shape;480;p48"/>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81" name="Google Shape;481;p48"/>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82" name="Google Shape;482;p48"/>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483" name="Google Shape;483;p48"/>
          <p:cNvSpPr txBox="1"/>
          <p:nvPr>
            <p:ph idx="3" type="body"/>
          </p:nvPr>
        </p:nvSpPr>
        <p:spPr>
          <a:xfrm>
            <a:off x="2528013" y="4141325"/>
            <a:ext cx="6027000" cy="499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484" name="Google Shape;484;p48"/>
          <p:cNvSpPr txBox="1"/>
          <p:nvPr>
            <p:ph idx="4" type="subTitle"/>
          </p:nvPr>
        </p:nvSpPr>
        <p:spPr>
          <a:xfrm>
            <a:off x="529088" y="425757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1200"/>
              <a:buFont typeface="Work Sans Medium"/>
              <a:buNone/>
              <a:defRPr sz="12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85" name="Google Shape;485;p48"/>
          <p:cNvSpPr/>
          <p:nvPr/>
        </p:nvSpPr>
        <p:spPr>
          <a:xfrm>
            <a:off x="2218738" y="4314725"/>
            <a:ext cx="152400" cy="152400"/>
          </a:xfrm>
          <a:prstGeom prst="ellipse">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86" name="Google Shape;486;p48"/>
          <p:cNvSpPr txBox="1"/>
          <p:nvPr>
            <p:ph idx="5" type="body"/>
          </p:nvPr>
        </p:nvSpPr>
        <p:spPr>
          <a:xfrm>
            <a:off x="2532325" y="3153425"/>
            <a:ext cx="6027000" cy="499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487" name="Google Shape;487;p48"/>
          <p:cNvSpPr txBox="1"/>
          <p:nvPr>
            <p:ph idx="6" type="subTitle"/>
          </p:nvPr>
        </p:nvSpPr>
        <p:spPr>
          <a:xfrm>
            <a:off x="533400" y="326967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3"/>
              </a:buClr>
              <a:buSzPts val="1200"/>
              <a:buFont typeface="Work Sans Medium"/>
              <a:buNone/>
              <a:defRPr sz="1200">
                <a:solidFill>
                  <a:schemeClr val="accent3"/>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88" name="Google Shape;488;p48"/>
          <p:cNvSpPr/>
          <p:nvPr/>
        </p:nvSpPr>
        <p:spPr>
          <a:xfrm>
            <a:off x="2223050" y="3326825"/>
            <a:ext cx="152400" cy="1524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89" name="Google Shape;489;p48"/>
          <p:cNvSpPr txBox="1"/>
          <p:nvPr>
            <p:ph idx="7" type="body"/>
          </p:nvPr>
        </p:nvSpPr>
        <p:spPr>
          <a:xfrm>
            <a:off x="2528017" y="2313425"/>
            <a:ext cx="6027000" cy="499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490" name="Google Shape;490;p48"/>
          <p:cNvSpPr txBox="1"/>
          <p:nvPr>
            <p:ph idx="8" type="subTitle"/>
          </p:nvPr>
        </p:nvSpPr>
        <p:spPr>
          <a:xfrm>
            <a:off x="529092" y="2429675"/>
            <a:ext cx="1532700" cy="2667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155DEF"/>
              </a:buClr>
              <a:buSzPts val="1200"/>
              <a:buFont typeface="Work Sans Medium"/>
              <a:buNone/>
              <a:defRPr sz="1200">
                <a:solidFill>
                  <a:srgbClr val="155DEF"/>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491" name="Google Shape;491;p48"/>
          <p:cNvSpPr/>
          <p:nvPr/>
        </p:nvSpPr>
        <p:spPr>
          <a:xfrm>
            <a:off x="2218742" y="2486825"/>
            <a:ext cx="152400" cy="152400"/>
          </a:xfrm>
          <a:prstGeom prst="ellipse">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
    <p:spTree>
      <p:nvGrpSpPr>
        <p:cNvPr id="492" name="Shape 492"/>
        <p:cNvGrpSpPr/>
        <p:nvPr/>
      </p:nvGrpSpPr>
      <p:grpSpPr>
        <a:xfrm>
          <a:off x="0" y="0"/>
          <a:ext cx="0" cy="0"/>
          <a:chOff x="0" y="0"/>
          <a:chExt cx="0" cy="0"/>
        </a:xfrm>
      </p:grpSpPr>
      <p:sp>
        <p:nvSpPr>
          <p:cNvPr id="493" name="Google Shape;493;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grpSp>
        <p:nvGrpSpPr>
          <p:cNvPr id="494" name="Google Shape;494;p49"/>
          <p:cNvGrpSpPr/>
          <p:nvPr/>
        </p:nvGrpSpPr>
        <p:grpSpPr>
          <a:xfrm>
            <a:off x="370950" y="1136025"/>
            <a:ext cx="2255100" cy="2255100"/>
            <a:chOff x="5814125" y="1393900"/>
            <a:chExt cx="2255100" cy="2255100"/>
          </a:xfrm>
        </p:grpSpPr>
        <p:sp>
          <p:nvSpPr>
            <p:cNvPr id="495" name="Google Shape;495;p49"/>
            <p:cNvSpPr/>
            <p:nvPr/>
          </p:nvSpPr>
          <p:spPr>
            <a:xfrm>
              <a:off x="6844025" y="1393900"/>
              <a:ext cx="195300" cy="2255100"/>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96" name="Google Shape;496;p49"/>
            <p:cNvSpPr/>
            <p:nvPr/>
          </p:nvSpPr>
          <p:spPr>
            <a:xfrm rot="-5400000">
              <a:off x="6844025" y="1402250"/>
              <a:ext cx="195300" cy="2255100"/>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97" name="Google Shape;497;p49"/>
            <p:cNvSpPr/>
            <p:nvPr/>
          </p:nvSpPr>
          <p:spPr>
            <a:xfrm rot="-2700000">
              <a:off x="6843997" y="1402319"/>
              <a:ext cx="195161" cy="2254964"/>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498" name="Google Shape;498;p49"/>
            <p:cNvSpPr/>
            <p:nvPr/>
          </p:nvSpPr>
          <p:spPr>
            <a:xfrm rot="-8100000">
              <a:off x="6849999" y="1408320"/>
              <a:ext cx="195161" cy="2254964"/>
            </a:xfrm>
            <a:prstGeom prst="rect">
              <a:avLst/>
            </a:prstGeom>
            <a:solidFill>
              <a:srgbClr val="FEB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grpSp>
        <p:nvGrpSpPr>
          <p:cNvPr id="499" name="Google Shape;499;p49"/>
          <p:cNvGrpSpPr/>
          <p:nvPr/>
        </p:nvGrpSpPr>
        <p:grpSpPr>
          <a:xfrm>
            <a:off x="2982412" y="1568263"/>
            <a:ext cx="1814400" cy="1390613"/>
            <a:chOff x="2982412" y="1568263"/>
            <a:chExt cx="1814400" cy="1390613"/>
          </a:xfrm>
        </p:grpSpPr>
        <p:sp>
          <p:nvSpPr>
            <p:cNvPr id="500" name="Google Shape;500;p49"/>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01" name="Google Shape;501;p49"/>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02" name="Google Shape;502;p49"/>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03" name="Google Shape;503;p49"/>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04" name="Google Shape;504;p49"/>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grpSp>
        <p:nvGrpSpPr>
          <p:cNvPr id="505" name="Google Shape;505;p49"/>
          <p:cNvGrpSpPr/>
          <p:nvPr/>
        </p:nvGrpSpPr>
        <p:grpSpPr>
          <a:xfrm>
            <a:off x="5258610" y="1597505"/>
            <a:ext cx="1332313" cy="1332088"/>
            <a:chOff x="5814125" y="1393900"/>
            <a:chExt cx="2255100" cy="2255100"/>
          </a:xfrm>
        </p:grpSpPr>
        <p:sp>
          <p:nvSpPr>
            <p:cNvPr id="506" name="Google Shape;506;p49"/>
            <p:cNvSpPr/>
            <p:nvPr/>
          </p:nvSpPr>
          <p:spPr>
            <a:xfrm>
              <a:off x="6844025" y="1393900"/>
              <a:ext cx="195300" cy="225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07" name="Google Shape;507;p49"/>
            <p:cNvSpPr/>
            <p:nvPr/>
          </p:nvSpPr>
          <p:spPr>
            <a:xfrm rot="-5400000">
              <a:off x="6844025" y="1402250"/>
              <a:ext cx="195300" cy="225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08" name="Google Shape;508;p49"/>
            <p:cNvSpPr/>
            <p:nvPr/>
          </p:nvSpPr>
          <p:spPr>
            <a:xfrm rot="-2700000">
              <a:off x="6843997" y="1402319"/>
              <a:ext cx="195161" cy="2254964"/>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09" name="Google Shape;509;p49"/>
            <p:cNvSpPr/>
            <p:nvPr/>
          </p:nvSpPr>
          <p:spPr>
            <a:xfrm rot="-8100000">
              <a:off x="6849999" y="1408320"/>
              <a:ext cx="195161" cy="2254964"/>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4 v1">
  <p:cSld name="CUSTOM_29_2">
    <p:bg>
      <p:bgPr>
        <a:solidFill>
          <a:schemeClr val="lt1"/>
        </a:solidFill>
      </p:bgPr>
    </p:bg>
    <p:spTree>
      <p:nvGrpSpPr>
        <p:cNvPr id="510" name="Shape 510"/>
        <p:cNvGrpSpPr/>
        <p:nvPr/>
      </p:nvGrpSpPr>
      <p:grpSpPr>
        <a:xfrm>
          <a:off x="0" y="0"/>
          <a:ext cx="0" cy="0"/>
          <a:chOff x="0" y="0"/>
          <a:chExt cx="0" cy="0"/>
        </a:xfrm>
      </p:grpSpPr>
      <p:sp>
        <p:nvSpPr>
          <p:cNvPr id="511" name="Google Shape;511;p50"/>
          <p:cNvSpPr txBox="1"/>
          <p:nvPr>
            <p:ph type="title"/>
          </p:nvPr>
        </p:nvSpPr>
        <p:spPr>
          <a:xfrm>
            <a:off x="379400" y="559050"/>
            <a:ext cx="8198400" cy="863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12" name="Google Shape;512;p50"/>
          <p:cNvSpPr/>
          <p:nvPr/>
        </p:nvSpPr>
        <p:spPr>
          <a:xfrm>
            <a:off x="379400" y="2429750"/>
            <a:ext cx="8154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13" name="Google Shape;513;p50"/>
          <p:cNvSpPr/>
          <p:nvPr/>
        </p:nvSpPr>
        <p:spPr>
          <a:xfrm>
            <a:off x="4581475" y="2429750"/>
            <a:ext cx="8154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14" name="Google Shape;514;p50"/>
          <p:cNvSpPr/>
          <p:nvPr/>
        </p:nvSpPr>
        <p:spPr>
          <a:xfrm>
            <a:off x="379400" y="3614725"/>
            <a:ext cx="8154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15" name="Google Shape;515;p50"/>
          <p:cNvSpPr/>
          <p:nvPr/>
        </p:nvSpPr>
        <p:spPr>
          <a:xfrm>
            <a:off x="4581475" y="3614725"/>
            <a:ext cx="815400" cy="73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16" name="Google Shape;516;p50"/>
          <p:cNvSpPr txBox="1"/>
          <p:nvPr>
            <p:ph idx="1" type="body"/>
          </p:nvPr>
        </p:nvSpPr>
        <p:spPr>
          <a:xfrm>
            <a:off x="1321375" y="25293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17" name="Google Shape;517;p50"/>
          <p:cNvSpPr txBox="1"/>
          <p:nvPr>
            <p:ph idx="2" type="body"/>
          </p:nvPr>
        </p:nvSpPr>
        <p:spPr>
          <a:xfrm>
            <a:off x="5523450" y="25293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18" name="Google Shape;518;p50"/>
          <p:cNvSpPr txBox="1"/>
          <p:nvPr>
            <p:ph idx="3" type="body"/>
          </p:nvPr>
        </p:nvSpPr>
        <p:spPr>
          <a:xfrm>
            <a:off x="1321375" y="37277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19" name="Google Shape;519;p50"/>
          <p:cNvSpPr txBox="1"/>
          <p:nvPr>
            <p:ph idx="4" type="body"/>
          </p:nvPr>
        </p:nvSpPr>
        <p:spPr>
          <a:xfrm>
            <a:off x="5523450" y="37277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20" name="Google Shape;520;p50"/>
          <p:cNvSpPr txBox="1"/>
          <p:nvPr>
            <p:ph idx="5" type="subTitle"/>
          </p:nvPr>
        </p:nvSpPr>
        <p:spPr>
          <a:xfrm>
            <a:off x="542300" y="25787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21" name="Google Shape;521;p50"/>
          <p:cNvSpPr txBox="1"/>
          <p:nvPr>
            <p:ph idx="6" type="subTitle"/>
          </p:nvPr>
        </p:nvSpPr>
        <p:spPr>
          <a:xfrm>
            <a:off x="4744375" y="25787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22" name="Google Shape;522;p50"/>
          <p:cNvSpPr txBox="1"/>
          <p:nvPr>
            <p:ph idx="7" type="subTitle"/>
          </p:nvPr>
        </p:nvSpPr>
        <p:spPr>
          <a:xfrm>
            <a:off x="542300" y="37771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23" name="Google Shape;523;p50"/>
          <p:cNvSpPr txBox="1"/>
          <p:nvPr>
            <p:ph idx="8" type="subTitle"/>
          </p:nvPr>
        </p:nvSpPr>
        <p:spPr>
          <a:xfrm>
            <a:off x="4744375" y="37771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524" name="Google Shape;524;p50"/>
          <p:cNvGrpSpPr/>
          <p:nvPr/>
        </p:nvGrpSpPr>
        <p:grpSpPr>
          <a:xfrm>
            <a:off x="8144685" y="-307495"/>
            <a:ext cx="1332313" cy="1332088"/>
            <a:chOff x="5814125" y="1393900"/>
            <a:chExt cx="2255100" cy="2255100"/>
          </a:xfrm>
        </p:grpSpPr>
        <p:sp>
          <p:nvSpPr>
            <p:cNvPr id="525" name="Google Shape;525;p50"/>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26" name="Google Shape;526;p50"/>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27" name="Google Shape;527;p50"/>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28" name="Google Shape;528;p50"/>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extLst>
    <p:ext uri="{DCECCB84-F9BA-43D5-87BE-67443E8EF086}">
      <p15:sldGuideLst>
        <p15:guide id="1" orient="horz" pos="1763">
          <p15:clr>
            <a:srgbClr val="E46962"/>
          </p15:clr>
        </p15:guide>
        <p15:guide id="2" orient="horz" pos="1017">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4 v2">
  <p:cSld name="CUSTOM_29_1">
    <p:spTree>
      <p:nvGrpSpPr>
        <p:cNvPr id="529" name="Shape 529"/>
        <p:cNvGrpSpPr/>
        <p:nvPr/>
      </p:nvGrpSpPr>
      <p:grpSpPr>
        <a:xfrm>
          <a:off x="0" y="0"/>
          <a:ext cx="0" cy="0"/>
          <a:chOff x="0" y="0"/>
          <a:chExt cx="0" cy="0"/>
        </a:xfrm>
      </p:grpSpPr>
      <p:sp>
        <p:nvSpPr>
          <p:cNvPr id="530" name="Google Shape;530;p51"/>
          <p:cNvSpPr txBox="1"/>
          <p:nvPr>
            <p:ph type="title"/>
          </p:nvPr>
        </p:nvSpPr>
        <p:spPr>
          <a:xfrm>
            <a:off x="566250" y="2285400"/>
            <a:ext cx="3183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31" name="Google Shape;531;p51"/>
          <p:cNvSpPr/>
          <p:nvPr/>
        </p:nvSpPr>
        <p:spPr>
          <a:xfrm>
            <a:off x="5798775" y="699375"/>
            <a:ext cx="26046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32" name="Google Shape;532;p51"/>
          <p:cNvSpPr/>
          <p:nvPr/>
        </p:nvSpPr>
        <p:spPr>
          <a:xfrm>
            <a:off x="5798775" y="1704125"/>
            <a:ext cx="26046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33" name="Google Shape;533;p51"/>
          <p:cNvSpPr/>
          <p:nvPr/>
        </p:nvSpPr>
        <p:spPr>
          <a:xfrm>
            <a:off x="5798775" y="2708875"/>
            <a:ext cx="26046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34" name="Google Shape;534;p51"/>
          <p:cNvSpPr/>
          <p:nvPr/>
        </p:nvSpPr>
        <p:spPr>
          <a:xfrm>
            <a:off x="5798775" y="3713625"/>
            <a:ext cx="2604600" cy="73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35" name="Google Shape;535;p51"/>
          <p:cNvSpPr txBox="1"/>
          <p:nvPr>
            <p:ph idx="1" type="body"/>
          </p:nvPr>
        </p:nvSpPr>
        <p:spPr>
          <a:xfrm>
            <a:off x="6437135" y="82522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36" name="Google Shape;536;p51"/>
          <p:cNvSpPr txBox="1"/>
          <p:nvPr>
            <p:ph idx="2" type="body"/>
          </p:nvPr>
        </p:nvSpPr>
        <p:spPr>
          <a:xfrm>
            <a:off x="6434300" y="182742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37" name="Google Shape;537;p51"/>
          <p:cNvSpPr txBox="1"/>
          <p:nvPr>
            <p:ph idx="3" type="body"/>
          </p:nvPr>
        </p:nvSpPr>
        <p:spPr>
          <a:xfrm>
            <a:off x="6434300" y="2845138"/>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38" name="Google Shape;538;p51"/>
          <p:cNvSpPr txBox="1"/>
          <p:nvPr>
            <p:ph idx="4" type="body"/>
          </p:nvPr>
        </p:nvSpPr>
        <p:spPr>
          <a:xfrm>
            <a:off x="6434300" y="383692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39" name="Google Shape;539;p51"/>
          <p:cNvSpPr txBox="1"/>
          <p:nvPr>
            <p:ph idx="5" type="subTitle"/>
          </p:nvPr>
        </p:nvSpPr>
        <p:spPr>
          <a:xfrm>
            <a:off x="5931575" y="85140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540" name="Google Shape;540;p51"/>
          <p:cNvSpPr txBox="1"/>
          <p:nvPr>
            <p:ph idx="6" type="subTitle"/>
          </p:nvPr>
        </p:nvSpPr>
        <p:spPr>
          <a:xfrm>
            <a:off x="5931575" y="184827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541" name="Google Shape;541;p51"/>
          <p:cNvSpPr txBox="1"/>
          <p:nvPr>
            <p:ph idx="7" type="subTitle"/>
          </p:nvPr>
        </p:nvSpPr>
        <p:spPr>
          <a:xfrm>
            <a:off x="5931575" y="286600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542" name="Google Shape;542;p51"/>
          <p:cNvSpPr txBox="1"/>
          <p:nvPr>
            <p:ph idx="8" type="subTitle"/>
          </p:nvPr>
        </p:nvSpPr>
        <p:spPr>
          <a:xfrm>
            <a:off x="5978900" y="386726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grpSp>
        <p:nvGrpSpPr>
          <p:cNvPr id="543" name="Google Shape;543;p51"/>
          <p:cNvGrpSpPr/>
          <p:nvPr/>
        </p:nvGrpSpPr>
        <p:grpSpPr>
          <a:xfrm>
            <a:off x="-184963" y="3959038"/>
            <a:ext cx="1814400" cy="1390613"/>
            <a:chOff x="2982412" y="1568263"/>
            <a:chExt cx="1814400" cy="1390613"/>
          </a:xfrm>
        </p:grpSpPr>
        <p:sp>
          <p:nvSpPr>
            <p:cNvPr id="544" name="Google Shape;544;p51"/>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45" name="Google Shape;545;p51"/>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46" name="Google Shape;546;p51"/>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47" name="Google Shape;547;p51"/>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48" name="Google Shape;548;p51"/>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3 v1">
  <p:cSld name="CUSTOM_30">
    <p:spTree>
      <p:nvGrpSpPr>
        <p:cNvPr id="549" name="Shape 549"/>
        <p:cNvGrpSpPr/>
        <p:nvPr/>
      </p:nvGrpSpPr>
      <p:grpSpPr>
        <a:xfrm>
          <a:off x="0" y="0"/>
          <a:ext cx="0" cy="0"/>
          <a:chOff x="0" y="0"/>
          <a:chExt cx="0" cy="0"/>
        </a:xfrm>
      </p:grpSpPr>
      <p:sp>
        <p:nvSpPr>
          <p:cNvPr id="550" name="Google Shape;550;p52"/>
          <p:cNvSpPr txBox="1"/>
          <p:nvPr>
            <p:ph type="title"/>
          </p:nvPr>
        </p:nvSpPr>
        <p:spPr>
          <a:xfrm>
            <a:off x="379400" y="445025"/>
            <a:ext cx="83721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51" name="Google Shape;551;p52"/>
          <p:cNvSpPr/>
          <p:nvPr/>
        </p:nvSpPr>
        <p:spPr>
          <a:xfrm>
            <a:off x="379400" y="2644450"/>
            <a:ext cx="6393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52" name="Google Shape;552;p52"/>
          <p:cNvSpPr txBox="1"/>
          <p:nvPr>
            <p:ph idx="1" type="body"/>
          </p:nvPr>
        </p:nvSpPr>
        <p:spPr>
          <a:xfrm>
            <a:off x="1112700" y="2665150"/>
            <a:ext cx="18468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53" name="Google Shape;553;p52"/>
          <p:cNvSpPr txBox="1"/>
          <p:nvPr>
            <p:ph idx="2" type="body"/>
          </p:nvPr>
        </p:nvSpPr>
        <p:spPr>
          <a:xfrm>
            <a:off x="4043713" y="2665150"/>
            <a:ext cx="18468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54" name="Google Shape;554;p52"/>
          <p:cNvSpPr txBox="1"/>
          <p:nvPr>
            <p:ph idx="3" type="body"/>
          </p:nvPr>
        </p:nvSpPr>
        <p:spPr>
          <a:xfrm>
            <a:off x="6877225" y="2665150"/>
            <a:ext cx="18468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55" name="Google Shape;555;p52"/>
          <p:cNvSpPr/>
          <p:nvPr/>
        </p:nvSpPr>
        <p:spPr>
          <a:xfrm>
            <a:off x="3253500" y="2644450"/>
            <a:ext cx="639300" cy="57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56" name="Google Shape;556;p52"/>
          <p:cNvSpPr/>
          <p:nvPr/>
        </p:nvSpPr>
        <p:spPr>
          <a:xfrm>
            <a:off x="6133400" y="2644450"/>
            <a:ext cx="639300" cy="57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57" name="Google Shape;557;p52"/>
          <p:cNvSpPr txBox="1"/>
          <p:nvPr>
            <p:ph idx="4" type="subTitle"/>
          </p:nvPr>
        </p:nvSpPr>
        <p:spPr>
          <a:xfrm>
            <a:off x="454250" y="27145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8" name="Google Shape;558;p52"/>
          <p:cNvSpPr txBox="1"/>
          <p:nvPr>
            <p:ph idx="5" type="subTitle"/>
          </p:nvPr>
        </p:nvSpPr>
        <p:spPr>
          <a:xfrm>
            <a:off x="3331250" y="27145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9" name="Google Shape;559;p52"/>
          <p:cNvSpPr txBox="1"/>
          <p:nvPr>
            <p:ph idx="6" type="subTitle"/>
          </p:nvPr>
        </p:nvSpPr>
        <p:spPr>
          <a:xfrm>
            <a:off x="6211935" y="27145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560" name="Google Shape;560;p52"/>
          <p:cNvGrpSpPr/>
          <p:nvPr/>
        </p:nvGrpSpPr>
        <p:grpSpPr>
          <a:xfrm>
            <a:off x="8144685" y="-307495"/>
            <a:ext cx="1332313" cy="1332088"/>
            <a:chOff x="5814125" y="1393900"/>
            <a:chExt cx="2255100" cy="2255100"/>
          </a:xfrm>
        </p:grpSpPr>
        <p:sp>
          <p:nvSpPr>
            <p:cNvPr id="561" name="Google Shape;561;p52"/>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62" name="Google Shape;562;p52"/>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63" name="Google Shape;563;p52"/>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64" name="Google Shape;564;p52"/>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3 v2">
  <p:cSld name="CUSTOM_31">
    <p:spTree>
      <p:nvGrpSpPr>
        <p:cNvPr id="565" name="Shape 565"/>
        <p:cNvGrpSpPr/>
        <p:nvPr/>
      </p:nvGrpSpPr>
      <p:grpSpPr>
        <a:xfrm>
          <a:off x="0" y="0"/>
          <a:ext cx="0" cy="0"/>
          <a:chOff x="0" y="0"/>
          <a:chExt cx="0" cy="0"/>
        </a:xfrm>
      </p:grpSpPr>
      <p:sp>
        <p:nvSpPr>
          <p:cNvPr id="566" name="Google Shape;566;p53"/>
          <p:cNvSpPr txBox="1"/>
          <p:nvPr>
            <p:ph type="title"/>
          </p:nvPr>
        </p:nvSpPr>
        <p:spPr>
          <a:xfrm>
            <a:off x="566250" y="2285400"/>
            <a:ext cx="3972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grpSp>
        <p:nvGrpSpPr>
          <p:cNvPr id="567" name="Google Shape;567;p53"/>
          <p:cNvGrpSpPr/>
          <p:nvPr/>
        </p:nvGrpSpPr>
        <p:grpSpPr>
          <a:xfrm>
            <a:off x="-184963" y="3959038"/>
            <a:ext cx="1814400" cy="1390613"/>
            <a:chOff x="2982412" y="1568263"/>
            <a:chExt cx="1814400" cy="1390613"/>
          </a:xfrm>
        </p:grpSpPr>
        <p:sp>
          <p:nvSpPr>
            <p:cNvPr id="568" name="Google Shape;568;p53"/>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69" name="Google Shape;569;p53"/>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70" name="Google Shape;570;p53"/>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71" name="Google Shape;571;p53"/>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72" name="Google Shape;572;p53"/>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
        <p:nvSpPr>
          <p:cNvPr id="573" name="Google Shape;573;p53"/>
          <p:cNvSpPr/>
          <p:nvPr/>
        </p:nvSpPr>
        <p:spPr>
          <a:xfrm>
            <a:off x="5798775" y="1201750"/>
            <a:ext cx="26046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74" name="Google Shape;574;p53"/>
          <p:cNvSpPr/>
          <p:nvPr/>
        </p:nvSpPr>
        <p:spPr>
          <a:xfrm>
            <a:off x="5798775" y="2206500"/>
            <a:ext cx="26046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75" name="Google Shape;575;p53"/>
          <p:cNvSpPr/>
          <p:nvPr/>
        </p:nvSpPr>
        <p:spPr>
          <a:xfrm>
            <a:off x="5798775" y="3211250"/>
            <a:ext cx="26046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576" name="Google Shape;576;p53"/>
          <p:cNvSpPr txBox="1"/>
          <p:nvPr>
            <p:ph idx="1" type="body"/>
          </p:nvPr>
        </p:nvSpPr>
        <p:spPr>
          <a:xfrm>
            <a:off x="6437135" y="1327600"/>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77" name="Google Shape;577;p53"/>
          <p:cNvSpPr txBox="1"/>
          <p:nvPr>
            <p:ph idx="2" type="body"/>
          </p:nvPr>
        </p:nvSpPr>
        <p:spPr>
          <a:xfrm>
            <a:off x="6434300" y="2329800"/>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78" name="Google Shape;578;p53"/>
          <p:cNvSpPr txBox="1"/>
          <p:nvPr>
            <p:ph idx="3" type="body"/>
          </p:nvPr>
        </p:nvSpPr>
        <p:spPr>
          <a:xfrm>
            <a:off x="6434300" y="3347513"/>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579" name="Google Shape;579;p53"/>
          <p:cNvSpPr txBox="1"/>
          <p:nvPr>
            <p:ph idx="4" type="subTitle"/>
          </p:nvPr>
        </p:nvSpPr>
        <p:spPr>
          <a:xfrm>
            <a:off x="5931575" y="135377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580" name="Google Shape;580;p53"/>
          <p:cNvSpPr txBox="1"/>
          <p:nvPr>
            <p:ph idx="5" type="subTitle"/>
          </p:nvPr>
        </p:nvSpPr>
        <p:spPr>
          <a:xfrm>
            <a:off x="5931575" y="235065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581" name="Google Shape;581;p53"/>
          <p:cNvSpPr txBox="1"/>
          <p:nvPr>
            <p:ph idx="6" type="subTitle"/>
          </p:nvPr>
        </p:nvSpPr>
        <p:spPr>
          <a:xfrm>
            <a:off x="5931575" y="336837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2 v1">
  <p:cSld name="CUSTOM_32">
    <p:spTree>
      <p:nvGrpSpPr>
        <p:cNvPr id="582" name="Shape 582"/>
        <p:cNvGrpSpPr/>
        <p:nvPr/>
      </p:nvGrpSpPr>
      <p:grpSpPr>
        <a:xfrm>
          <a:off x="0" y="0"/>
          <a:ext cx="0" cy="0"/>
          <a:chOff x="0" y="0"/>
          <a:chExt cx="0" cy="0"/>
        </a:xfrm>
      </p:grpSpPr>
      <p:sp>
        <p:nvSpPr>
          <p:cNvPr id="583" name="Google Shape;583;p54"/>
          <p:cNvSpPr txBox="1"/>
          <p:nvPr>
            <p:ph type="title"/>
          </p:nvPr>
        </p:nvSpPr>
        <p:spPr>
          <a:xfrm>
            <a:off x="566250" y="445025"/>
            <a:ext cx="80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84" name="Google Shape;584;p54"/>
          <p:cNvSpPr/>
          <p:nvPr/>
        </p:nvSpPr>
        <p:spPr>
          <a:xfrm>
            <a:off x="513900" y="2454550"/>
            <a:ext cx="816000" cy="723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85" name="Google Shape;585;p54"/>
          <p:cNvSpPr txBox="1"/>
          <p:nvPr>
            <p:ph idx="1" type="body"/>
          </p:nvPr>
        </p:nvSpPr>
        <p:spPr>
          <a:xfrm>
            <a:off x="1501026" y="2444234"/>
            <a:ext cx="2586000" cy="744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86" name="Google Shape;586;p54"/>
          <p:cNvSpPr txBox="1"/>
          <p:nvPr>
            <p:ph idx="2" type="body"/>
          </p:nvPr>
        </p:nvSpPr>
        <p:spPr>
          <a:xfrm>
            <a:off x="5991742" y="2448697"/>
            <a:ext cx="2586000" cy="744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87" name="Google Shape;587;p54"/>
          <p:cNvSpPr/>
          <p:nvPr/>
        </p:nvSpPr>
        <p:spPr>
          <a:xfrm>
            <a:off x="4924925" y="2459596"/>
            <a:ext cx="816000" cy="7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588" name="Google Shape;588;p54"/>
          <p:cNvSpPr txBox="1"/>
          <p:nvPr>
            <p:ph idx="3" type="subTitle"/>
          </p:nvPr>
        </p:nvSpPr>
        <p:spPr>
          <a:xfrm>
            <a:off x="677100" y="260885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9" name="Google Shape;589;p54"/>
          <p:cNvSpPr txBox="1"/>
          <p:nvPr>
            <p:ph idx="4" type="subTitle"/>
          </p:nvPr>
        </p:nvSpPr>
        <p:spPr>
          <a:xfrm>
            <a:off x="5088125" y="260885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590" name="Google Shape;590;p54"/>
          <p:cNvGrpSpPr/>
          <p:nvPr/>
        </p:nvGrpSpPr>
        <p:grpSpPr>
          <a:xfrm>
            <a:off x="8144685" y="-307495"/>
            <a:ext cx="1332313" cy="1332088"/>
            <a:chOff x="5814125" y="1393900"/>
            <a:chExt cx="2255100" cy="2255100"/>
          </a:xfrm>
        </p:grpSpPr>
        <p:sp>
          <p:nvSpPr>
            <p:cNvPr id="591" name="Google Shape;591;p54"/>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92" name="Google Shape;592;p54"/>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93" name="Google Shape;593;p54"/>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94" name="Google Shape;594;p54"/>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2 v2">
  <p:cSld name="CUSTOM_33">
    <p:spTree>
      <p:nvGrpSpPr>
        <p:cNvPr id="595" name="Shape 595"/>
        <p:cNvGrpSpPr/>
        <p:nvPr/>
      </p:nvGrpSpPr>
      <p:grpSpPr>
        <a:xfrm>
          <a:off x="0" y="0"/>
          <a:ext cx="0" cy="0"/>
          <a:chOff x="0" y="0"/>
          <a:chExt cx="0" cy="0"/>
        </a:xfrm>
      </p:grpSpPr>
      <p:sp>
        <p:nvSpPr>
          <p:cNvPr id="596" name="Google Shape;596;p55"/>
          <p:cNvSpPr txBox="1"/>
          <p:nvPr>
            <p:ph type="title"/>
          </p:nvPr>
        </p:nvSpPr>
        <p:spPr>
          <a:xfrm>
            <a:off x="566250" y="2285400"/>
            <a:ext cx="3999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grpSp>
        <p:nvGrpSpPr>
          <p:cNvPr id="597" name="Google Shape;597;p55"/>
          <p:cNvGrpSpPr/>
          <p:nvPr/>
        </p:nvGrpSpPr>
        <p:grpSpPr>
          <a:xfrm>
            <a:off x="-184963" y="3959038"/>
            <a:ext cx="1814400" cy="1390613"/>
            <a:chOff x="2982412" y="1568263"/>
            <a:chExt cx="1814400" cy="1390613"/>
          </a:xfrm>
        </p:grpSpPr>
        <p:sp>
          <p:nvSpPr>
            <p:cNvPr id="598" name="Google Shape;598;p55"/>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599" name="Google Shape;599;p55"/>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00" name="Google Shape;600;p55"/>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01" name="Google Shape;601;p55"/>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02" name="Google Shape;602;p55"/>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
        <p:nvSpPr>
          <p:cNvPr id="603" name="Google Shape;603;p55"/>
          <p:cNvSpPr/>
          <p:nvPr/>
        </p:nvSpPr>
        <p:spPr>
          <a:xfrm>
            <a:off x="0" y="0"/>
            <a:ext cx="762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04" name="Google Shape;604;p55"/>
          <p:cNvSpPr/>
          <p:nvPr/>
        </p:nvSpPr>
        <p:spPr>
          <a:xfrm>
            <a:off x="5798775" y="1378325"/>
            <a:ext cx="26046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05" name="Google Shape;605;p55"/>
          <p:cNvSpPr/>
          <p:nvPr/>
        </p:nvSpPr>
        <p:spPr>
          <a:xfrm>
            <a:off x="5798775" y="3034675"/>
            <a:ext cx="26046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06" name="Google Shape;606;p55"/>
          <p:cNvSpPr txBox="1"/>
          <p:nvPr>
            <p:ph idx="1" type="body"/>
          </p:nvPr>
        </p:nvSpPr>
        <p:spPr>
          <a:xfrm>
            <a:off x="6437135" y="150417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07" name="Google Shape;607;p55"/>
          <p:cNvSpPr txBox="1"/>
          <p:nvPr>
            <p:ph idx="2" type="body"/>
          </p:nvPr>
        </p:nvSpPr>
        <p:spPr>
          <a:xfrm>
            <a:off x="6434300" y="315797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08" name="Google Shape;608;p55"/>
          <p:cNvSpPr txBox="1"/>
          <p:nvPr>
            <p:ph idx="3" type="subTitle"/>
          </p:nvPr>
        </p:nvSpPr>
        <p:spPr>
          <a:xfrm>
            <a:off x="5931575" y="153035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609" name="Google Shape;609;p55"/>
          <p:cNvSpPr txBox="1"/>
          <p:nvPr>
            <p:ph idx="4" type="subTitle"/>
          </p:nvPr>
        </p:nvSpPr>
        <p:spPr>
          <a:xfrm>
            <a:off x="5931575" y="317882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4 v1">
  <p:cSld name="CUSTOM_35">
    <p:spTree>
      <p:nvGrpSpPr>
        <p:cNvPr id="610" name="Shape 610"/>
        <p:cNvGrpSpPr/>
        <p:nvPr/>
      </p:nvGrpSpPr>
      <p:grpSpPr>
        <a:xfrm>
          <a:off x="0" y="0"/>
          <a:ext cx="0" cy="0"/>
          <a:chOff x="0" y="0"/>
          <a:chExt cx="0" cy="0"/>
        </a:xfrm>
      </p:grpSpPr>
      <p:sp>
        <p:nvSpPr>
          <p:cNvPr id="611" name="Google Shape;611;p56"/>
          <p:cNvSpPr txBox="1"/>
          <p:nvPr>
            <p:ph type="title"/>
          </p:nvPr>
        </p:nvSpPr>
        <p:spPr>
          <a:xfrm>
            <a:off x="566250" y="445025"/>
            <a:ext cx="80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12" name="Google Shape;612;p56"/>
          <p:cNvSpPr/>
          <p:nvPr/>
        </p:nvSpPr>
        <p:spPr>
          <a:xfrm>
            <a:off x="379400" y="2429750"/>
            <a:ext cx="8154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13" name="Google Shape;613;p56"/>
          <p:cNvSpPr/>
          <p:nvPr/>
        </p:nvSpPr>
        <p:spPr>
          <a:xfrm>
            <a:off x="4581475" y="2429750"/>
            <a:ext cx="8154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14" name="Google Shape;614;p56"/>
          <p:cNvSpPr/>
          <p:nvPr/>
        </p:nvSpPr>
        <p:spPr>
          <a:xfrm>
            <a:off x="379400" y="3614725"/>
            <a:ext cx="8154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15" name="Google Shape;615;p56"/>
          <p:cNvSpPr/>
          <p:nvPr/>
        </p:nvSpPr>
        <p:spPr>
          <a:xfrm>
            <a:off x="4581475" y="3614725"/>
            <a:ext cx="815400" cy="73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16" name="Google Shape;616;p56"/>
          <p:cNvSpPr txBox="1"/>
          <p:nvPr>
            <p:ph idx="1" type="body"/>
          </p:nvPr>
        </p:nvSpPr>
        <p:spPr>
          <a:xfrm>
            <a:off x="1321375" y="25293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17" name="Google Shape;617;p56"/>
          <p:cNvSpPr txBox="1"/>
          <p:nvPr>
            <p:ph idx="2" type="body"/>
          </p:nvPr>
        </p:nvSpPr>
        <p:spPr>
          <a:xfrm>
            <a:off x="5523450" y="25293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18" name="Google Shape;618;p56"/>
          <p:cNvSpPr txBox="1"/>
          <p:nvPr>
            <p:ph idx="3" type="body"/>
          </p:nvPr>
        </p:nvSpPr>
        <p:spPr>
          <a:xfrm>
            <a:off x="1321375" y="37277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19" name="Google Shape;619;p56"/>
          <p:cNvSpPr txBox="1"/>
          <p:nvPr>
            <p:ph idx="4" type="body"/>
          </p:nvPr>
        </p:nvSpPr>
        <p:spPr>
          <a:xfrm>
            <a:off x="5523450" y="3727738"/>
            <a:ext cx="30543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20" name="Google Shape;620;p56"/>
          <p:cNvSpPr txBox="1"/>
          <p:nvPr>
            <p:ph idx="5" type="subTitle"/>
          </p:nvPr>
        </p:nvSpPr>
        <p:spPr>
          <a:xfrm>
            <a:off x="542300" y="25787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1" name="Google Shape;621;p56"/>
          <p:cNvSpPr txBox="1"/>
          <p:nvPr>
            <p:ph idx="6" type="subTitle"/>
          </p:nvPr>
        </p:nvSpPr>
        <p:spPr>
          <a:xfrm>
            <a:off x="4744375" y="25787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2" name="Google Shape;622;p56"/>
          <p:cNvSpPr txBox="1"/>
          <p:nvPr>
            <p:ph idx="7" type="subTitle"/>
          </p:nvPr>
        </p:nvSpPr>
        <p:spPr>
          <a:xfrm>
            <a:off x="542300" y="37771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3" name="Google Shape;623;p56"/>
          <p:cNvSpPr txBox="1"/>
          <p:nvPr>
            <p:ph idx="8" type="subTitle"/>
          </p:nvPr>
        </p:nvSpPr>
        <p:spPr>
          <a:xfrm>
            <a:off x="4744375" y="37771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624" name="Google Shape;624;p56"/>
          <p:cNvGrpSpPr/>
          <p:nvPr/>
        </p:nvGrpSpPr>
        <p:grpSpPr>
          <a:xfrm>
            <a:off x="8144685" y="-307495"/>
            <a:ext cx="1332313" cy="1332088"/>
            <a:chOff x="5814125" y="1393900"/>
            <a:chExt cx="2255100" cy="2255100"/>
          </a:xfrm>
        </p:grpSpPr>
        <p:sp>
          <p:nvSpPr>
            <p:cNvPr id="625" name="Google Shape;625;p56"/>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26" name="Google Shape;626;p56"/>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27" name="Google Shape;627;p56"/>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28" name="Google Shape;628;p56"/>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4 v2">
  <p:cSld name="CUSTOM_36">
    <p:spTree>
      <p:nvGrpSpPr>
        <p:cNvPr id="629" name="Shape 629"/>
        <p:cNvGrpSpPr/>
        <p:nvPr/>
      </p:nvGrpSpPr>
      <p:grpSpPr>
        <a:xfrm>
          <a:off x="0" y="0"/>
          <a:ext cx="0" cy="0"/>
          <a:chOff x="0" y="0"/>
          <a:chExt cx="0" cy="0"/>
        </a:xfrm>
      </p:grpSpPr>
      <p:sp>
        <p:nvSpPr>
          <p:cNvPr id="630" name="Google Shape;630;p57"/>
          <p:cNvSpPr txBox="1"/>
          <p:nvPr>
            <p:ph type="title"/>
          </p:nvPr>
        </p:nvSpPr>
        <p:spPr>
          <a:xfrm>
            <a:off x="566250" y="2285400"/>
            <a:ext cx="36381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grpSp>
        <p:nvGrpSpPr>
          <p:cNvPr id="631" name="Google Shape;631;p57"/>
          <p:cNvGrpSpPr/>
          <p:nvPr/>
        </p:nvGrpSpPr>
        <p:grpSpPr>
          <a:xfrm>
            <a:off x="-184963" y="3959038"/>
            <a:ext cx="1814400" cy="1390613"/>
            <a:chOff x="2982412" y="1568263"/>
            <a:chExt cx="1814400" cy="1390613"/>
          </a:xfrm>
        </p:grpSpPr>
        <p:sp>
          <p:nvSpPr>
            <p:cNvPr id="632" name="Google Shape;632;p57"/>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33" name="Google Shape;633;p57"/>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34" name="Google Shape;634;p57"/>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35" name="Google Shape;635;p57"/>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36" name="Google Shape;636;p57"/>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
        <p:nvSpPr>
          <p:cNvPr id="637" name="Google Shape;637;p57"/>
          <p:cNvSpPr/>
          <p:nvPr/>
        </p:nvSpPr>
        <p:spPr>
          <a:xfrm>
            <a:off x="5798775" y="699375"/>
            <a:ext cx="26046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38" name="Google Shape;638;p57"/>
          <p:cNvSpPr/>
          <p:nvPr/>
        </p:nvSpPr>
        <p:spPr>
          <a:xfrm>
            <a:off x="5798775" y="1704125"/>
            <a:ext cx="26046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39" name="Google Shape;639;p57"/>
          <p:cNvSpPr/>
          <p:nvPr/>
        </p:nvSpPr>
        <p:spPr>
          <a:xfrm>
            <a:off x="5798775" y="2708875"/>
            <a:ext cx="26046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40" name="Google Shape;640;p57"/>
          <p:cNvSpPr/>
          <p:nvPr/>
        </p:nvSpPr>
        <p:spPr>
          <a:xfrm>
            <a:off x="5798775" y="3713625"/>
            <a:ext cx="2604600" cy="73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41" name="Google Shape;641;p57"/>
          <p:cNvSpPr txBox="1"/>
          <p:nvPr>
            <p:ph idx="1" type="body"/>
          </p:nvPr>
        </p:nvSpPr>
        <p:spPr>
          <a:xfrm>
            <a:off x="6437135" y="82522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42" name="Google Shape;642;p57"/>
          <p:cNvSpPr txBox="1"/>
          <p:nvPr>
            <p:ph idx="2" type="body"/>
          </p:nvPr>
        </p:nvSpPr>
        <p:spPr>
          <a:xfrm>
            <a:off x="6434300" y="182742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43" name="Google Shape;643;p57"/>
          <p:cNvSpPr txBox="1"/>
          <p:nvPr>
            <p:ph idx="3" type="body"/>
          </p:nvPr>
        </p:nvSpPr>
        <p:spPr>
          <a:xfrm>
            <a:off x="6434300" y="2845138"/>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44" name="Google Shape;644;p57"/>
          <p:cNvSpPr txBox="1"/>
          <p:nvPr>
            <p:ph idx="4" type="body"/>
          </p:nvPr>
        </p:nvSpPr>
        <p:spPr>
          <a:xfrm>
            <a:off x="6434300" y="383692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45" name="Google Shape;645;p57"/>
          <p:cNvSpPr txBox="1"/>
          <p:nvPr>
            <p:ph idx="5" type="subTitle"/>
          </p:nvPr>
        </p:nvSpPr>
        <p:spPr>
          <a:xfrm>
            <a:off x="5931575" y="85140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646" name="Google Shape;646;p57"/>
          <p:cNvSpPr txBox="1"/>
          <p:nvPr>
            <p:ph idx="6" type="subTitle"/>
          </p:nvPr>
        </p:nvSpPr>
        <p:spPr>
          <a:xfrm>
            <a:off x="5931575" y="184827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647" name="Google Shape;647;p57"/>
          <p:cNvSpPr txBox="1"/>
          <p:nvPr>
            <p:ph idx="7" type="subTitle"/>
          </p:nvPr>
        </p:nvSpPr>
        <p:spPr>
          <a:xfrm>
            <a:off x="5931575" y="286600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648" name="Google Shape;648;p57"/>
          <p:cNvSpPr txBox="1"/>
          <p:nvPr>
            <p:ph idx="8" type="subTitle"/>
          </p:nvPr>
        </p:nvSpPr>
        <p:spPr>
          <a:xfrm>
            <a:off x="5978900" y="386726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3 v1">
  <p:cSld name="CUSTOM_37">
    <p:spTree>
      <p:nvGrpSpPr>
        <p:cNvPr id="649" name="Shape 649"/>
        <p:cNvGrpSpPr/>
        <p:nvPr/>
      </p:nvGrpSpPr>
      <p:grpSpPr>
        <a:xfrm>
          <a:off x="0" y="0"/>
          <a:ext cx="0" cy="0"/>
          <a:chOff x="0" y="0"/>
          <a:chExt cx="0" cy="0"/>
        </a:xfrm>
      </p:grpSpPr>
      <p:sp>
        <p:nvSpPr>
          <p:cNvPr id="650" name="Google Shape;650;p58"/>
          <p:cNvSpPr txBox="1"/>
          <p:nvPr>
            <p:ph type="title"/>
          </p:nvPr>
        </p:nvSpPr>
        <p:spPr>
          <a:xfrm>
            <a:off x="379400" y="445025"/>
            <a:ext cx="82683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51" name="Google Shape;651;p58"/>
          <p:cNvSpPr/>
          <p:nvPr/>
        </p:nvSpPr>
        <p:spPr>
          <a:xfrm>
            <a:off x="379400" y="2644450"/>
            <a:ext cx="6393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52" name="Google Shape;652;p58"/>
          <p:cNvSpPr txBox="1"/>
          <p:nvPr>
            <p:ph idx="1" type="body"/>
          </p:nvPr>
        </p:nvSpPr>
        <p:spPr>
          <a:xfrm>
            <a:off x="1112700" y="2665150"/>
            <a:ext cx="18468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53" name="Google Shape;653;p58"/>
          <p:cNvSpPr txBox="1"/>
          <p:nvPr>
            <p:ph idx="2" type="body"/>
          </p:nvPr>
        </p:nvSpPr>
        <p:spPr>
          <a:xfrm>
            <a:off x="4043713" y="2665150"/>
            <a:ext cx="18468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54" name="Google Shape;654;p58"/>
          <p:cNvSpPr txBox="1"/>
          <p:nvPr>
            <p:ph idx="3" type="body"/>
          </p:nvPr>
        </p:nvSpPr>
        <p:spPr>
          <a:xfrm>
            <a:off x="6877225" y="2665150"/>
            <a:ext cx="1846800" cy="531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55" name="Google Shape;655;p58"/>
          <p:cNvSpPr/>
          <p:nvPr/>
        </p:nvSpPr>
        <p:spPr>
          <a:xfrm>
            <a:off x="3253500" y="2644450"/>
            <a:ext cx="639300" cy="57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56" name="Google Shape;656;p58"/>
          <p:cNvSpPr/>
          <p:nvPr/>
        </p:nvSpPr>
        <p:spPr>
          <a:xfrm>
            <a:off x="6133400" y="2644450"/>
            <a:ext cx="639300" cy="57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57" name="Google Shape;657;p58"/>
          <p:cNvSpPr txBox="1"/>
          <p:nvPr>
            <p:ph idx="4" type="subTitle"/>
          </p:nvPr>
        </p:nvSpPr>
        <p:spPr>
          <a:xfrm>
            <a:off x="454250" y="27145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8" name="Google Shape;658;p58"/>
          <p:cNvSpPr txBox="1"/>
          <p:nvPr>
            <p:ph idx="5" type="subTitle"/>
          </p:nvPr>
        </p:nvSpPr>
        <p:spPr>
          <a:xfrm>
            <a:off x="3331250" y="27145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9" name="Google Shape;659;p58"/>
          <p:cNvSpPr txBox="1"/>
          <p:nvPr>
            <p:ph idx="6" type="subTitle"/>
          </p:nvPr>
        </p:nvSpPr>
        <p:spPr>
          <a:xfrm>
            <a:off x="6211935" y="271450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660" name="Google Shape;660;p58"/>
          <p:cNvGrpSpPr/>
          <p:nvPr/>
        </p:nvGrpSpPr>
        <p:grpSpPr>
          <a:xfrm>
            <a:off x="8144685" y="-307495"/>
            <a:ext cx="1332313" cy="1332088"/>
            <a:chOff x="5814125" y="1393900"/>
            <a:chExt cx="2255100" cy="2255100"/>
          </a:xfrm>
        </p:grpSpPr>
        <p:sp>
          <p:nvSpPr>
            <p:cNvPr id="661" name="Google Shape;661;p58"/>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62" name="Google Shape;662;p58"/>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63" name="Google Shape;663;p58"/>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64" name="Google Shape;664;p58"/>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665" name="Google Shape;665;p58"/>
          <p:cNvSpPr/>
          <p:nvPr/>
        </p:nvSpPr>
        <p:spPr>
          <a:xfrm>
            <a:off x="0" y="0"/>
            <a:ext cx="762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3 v2">
  <p:cSld name="CUSTOM_38">
    <p:spTree>
      <p:nvGrpSpPr>
        <p:cNvPr id="666" name="Shape 666"/>
        <p:cNvGrpSpPr/>
        <p:nvPr/>
      </p:nvGrpSpPr>
      <p:grpSpPr>
        <a:xfrm>
          <a:off x="0" y="0"/>
          <a:ext cx="0" cy="0"/>
          <a:chOff x="0" y="0"/>
          <a:chExt cx="0" cy="0"/>
        </a:xfrm>
      </p:grpSpPr>
      <p:sp>
        <p:nvSpPr>
          <p:cNvPr id="667" name="Google Shape;667;p59"/>
          <p:cNvSpPr txBox="1"/>
          <p:nvPr>
            <p:ph type="title"/>
          </p:nvPr>
        </p:nvSpPr>
        <p:spPr>
          <a:xfrm>
            <a:off x="566250" y="2285400"/>
            <a:ext cx="40278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grpSp>
        <p:nvGrpSpPr>
          <p:cNvPr id="668" name="Google Shape;668;p59"/>
          <p:cNvGrpSpPr/>
          <p:nvPr/>
        </p:nvGrpSpPr>
        <p:grpSpPr>
          <a:xfrm>
            <a:off x="-184963" y="3959038"/>
            <a:ext cx="1814400" cy="1390613"/>
            <a:chOff x="2982412" y="1568263"/>
            <a:chExt cx="1814400" cy="1390613"/>
          </a:xfrm>
        </p:grpSpPr>
        <p:sp>
          <p:nvSpPr>
            <p:cNvPr id="669" name="Google Shape;669;p59"/>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70" name="Google Shape;670;p59"/>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71" name="Google Shape;671;p59"/>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72" name="Google Shape;672;p59"/>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73" name="Google Shape;673;p59"/>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
        <p:nvSpPr>
          <p:cNvPr id="674" name="Google Shape;674;p59"/>
          <p:cNvSpPr/>
          <p:nvPr/>
        </p:nvSpPr>
        <p:spPr>
          <a:xfrm>
            <a:off x="5798775" y="1201750"/>
            <a:ext cx="26046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75" name="Google Shape;675;p59"/>
          <p:cNvSpPr/>
          <p:nvPr/>
        </p:nvSpPr>
        <p:spPr>
          <a:xfrm>
            <a:off x="5798775" y="2206500"/>
            <a:ext cx="26046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76" name="Google Shape;676;p59"/>
          <p:cNvSpPr/>
          <p:nvPr/>
        </p:nvSpPr>
        <p:spPr>
          <a:xfrm>
            <a:off x="5798775" y="3211250"/>
            <a:ext cx="26046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677" name="Google Shape;677;p59"/>
          <p:cNvSpPr txBox="1"/>
          <p:nvPr>
            <p:ph idx="1" type="body"/>
          </p:nvPr>
        </p:nvSpPr>
        <p:spPr>
          <a:xfrm>
            <a:off x="6437135" y="1327600"/>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78" name="Google Shape;678;p59"/>
          <p:cNvSpPr txBox="1"/>
          <p:nvPr>
            <p:ph idx="2" type="body"/>
          </p:nvPr>
        </p:nvSpPr>
        <p:spPr>
          <a:xfrm>
            <a:off x="6434300" y="2329800"/>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79" name="Google Shape;679;p59"/>
          <p:cNvSpPr txBox="1"/>
          <p:nvPr>
            <p:ph idx="3" type="body"/>
          </p:nvPr>
        </p:nvSpPr>
        <p:spPr>
          <a:xfrm>
            <a:off x="6434300" y="3347513"/>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680" name="Google Shape;680;p59"/>
          <p:cNvSpPr txBox="1"/>
          <p:nvPr>
            <p:ph idx="4" type="subTitle"/>
          </p:nvPr>
        </p:nvSpPr>
        <p:spPr>
          <a:xfrm>
            <a:off x="5931575" y="135377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681" name="Google Shape;681;p59"/>
          <p:cNvSpPr txBox="1"/>
          <p:nvPr>
            <p:ph idx="5" type="subTitle"/>
          </p:nvPr>
        </p:nvSpPr>
        <p:spPr>
          <a:xfrm>
            <a:off x="5931575" y="235065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682" name="Google Shape;682;p59"/>
          <p:cNvSpPr txBox="1"/>
          <p:nvPr>
            <p:ph idx="6" type="subTitle"/>
          </p:nvPr>
        </p:nvSpPr>
        <p:spPr>
          <a:xfrm>
            <a:off x="5931575" y="336837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2 v1">
  <p:cSld name="CUSTOM_39">
    <p:spTree>
      <p:nvGrpSpPr>
        <p:cNvPr id="683" name="Shape 683"/>
        <p:cNvGrpSpPr/>
        <p:nvPr/>
      </p:nvGrpSpPr>
      <p:grpSpPr>
        <a:xfrm>
          <a:off x="0" y="0"/>
          <a:ext cx="0" cy="0"/>
          <a:chOff x="0" y="0"/>
          <a:chExt cx="0" cy="0"/>
        </a:xfrm>
      </p:grpSpPr>
      <p:sp>
        <p:nvSpPr>
          <p:cNvPr id="684" name="Google Shape;684;p60"/>
          <p:cNvSpPr txBox="1"/>
          <p:nvPr>
            <p:ph type="title"/>
          </p:nvPr>
        </p:nvSpPr>
        <p:spPr>
          <a:xfrm>
            <a:off x="566250" y="445025"/>
            <a:ext cx="80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85" name="Google Shape;685;p60"/>
          <p:cNvSpPr/>
          <p:nvPr/>
        </p:nvSpPr>
        <p:spPr>
          <a:xfrm>
            <a:off x="513900" y="2454550"/>
            <a:ext cx="816000" cy="723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86" name="Google Shape;686;p60"/>
          <p:cNvSpPr txBox="1"/>
          <p:nvPr>
            <p:ph idx="1" type="body"/>
          </p:nvPr>
        </p:nvSpPr>
        <p:spPr>
          <a:xfrm>
            <a:off x="1501026" y="2444234"/>
            <a:ext cx="2586000" cy="744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87" name="Google Shape;687;p60"/>
          <p:cNvSpPr txBox="1"/>
          <p:nvPr>
            <p:ph idx="2" type="body"/>
          </p:nvPr>
        </p:nvSpPr>
        <p:spPr>
          <a:xfrm>
            <a:off x="5991742" y="2448697"/>
            <a:ext cx="2586000" cy="744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688" name="Google Shape;688;p60"/>
          <p:cNvSpPr/>
          <p:nvPr/>
        </p:nvSpPr>
        <p:spPr>
          <a:xfrm>
            <a:off x="4924925" y="2459596"/>
            <a:ext cx="816000" cy="7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2"/>
              </a:solidFill>
              <a:latin typeface="Fredoka"/>
              <a:ea typeface="Fredoka"/>
              <a:cs typeface="Fredoka"/>
              <a:sym typeface="Fredoka"/>
            </a:endParaRPr>
          </a:p>
        </p:txBody>
      </p:sp>
      <p:sp>
        <p:nvSpPr>
          <p:cNvPr id="689" name="Google Shape;689;p60"/>
          <p:cNvSpPr txBox="1"/>
          <p:nvPr>
            <p:ph idx="3" type="subTitle"/>
          </p:nvPr>
        </p:nvSpPr>
        <p:spPr>
          <a:xfrm>
            <a:off x="677100" y="260885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0" name="Google Shape;690;p60"/>
          <p:cNvSpPr txBox="1"/>
          <p:nvPr>
            <p:ph idx="4" type="subTitle"/>
          </p:nvPr>
        </p:nvSpPr>
        <p:spPr>
          <a:xfrm>
            <a:off x="5088125" y="2608850"/>
            <a:ext cx="489600" cy="432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691" name="Google Shape;691;p60"/>
          <p:cNvGrpSpPr/>
          <p:nvPr/>
        </p:nvGrpSpPr>
        <p:grpSpPr>
          <a:xfrm>
            <a:off x="8144685" y="-307495"/>
            <a:ext cx="1332313" cy="1332088"/>
            <a:chOff x="5814125" y="1393900"/>
            <a:chExt cx="2255100" cy="2255100"/>
          </a:xfrm>
        </p:grpSpPr>
        <p:sp>
          <p:nvSpPr>
            <p:cNvPr id="692" name="Google Shape;692;p60"/>
            <p:cNvSpPr/>
            <p:nvPr/>
          </p:nvSpPr>
          <p:spPr>
            <a:xfrm>
              <a:off x="6844025" y="139390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93" name="Google Shape;693;p60"/>
            <p:cNvSpPr/>
            <p:nvPr/>
          </p:nvSpPr>
          <p:spPr>
            <a:xfrm rot="-5400000">
              <a:off x="6844025" y="1402250"/>
              <a:ext cx="195300" cy="2255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94" name="Google Shape;694;p60"/>
            <p:cNvSpPr/>
            <p:nvPr/>
          </p:nvSpPr>
          <p:spPr>
            <a:xfrm rot="-2700000">
              <a:off x="6843997" y="1402319"/>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695" name="Google Shape;695;p60"/>
            <p:cNvSpPr/>
            <p:nvPr/>
          </p:nvSpPr>
          <p:spPr>
            <a:xfrm rot="-8100000">
              <a:off x="6849999" y="1408320"/>
              <a:ext cx="195161" cy="2254964"/>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696" name="Google Shape;696;p60"/>
          <p:cNvSpPr/>
          <p:nvPr/>
        </p:nvSpPr>
        <p:spPr>
          <a:xfrm>
            <a:off x="0" y="0"/>
            <a:ext cx="762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2 v2">
  <p:cSld name="CUSTOM_40">
    <p:spTree>
      <p:nvGrpSpPr>
        <p:cNvPr id="697" name="Shape 697"/>
        <p:cNvGrpSpPr/>
        <p:nvPr/>
      </p:nvGrpSpPr>
      <p:grpSpPr>
        <a:xfrm>
          <a:off x="0" y="0"/>
          <a:ext cx="0" cy="0"/>
          <a:chOff x="0" y="0"/>
          <a:chExt cx="0" cy="0"/>
        </a:xfrm>
      </p:grpSpPr>
      <p:sp>
        <p:nvSpPr>
          <p:cNvPr id="698" name="Google Shape;698;p61"/>
          <p:cNvSpPr txBox="1"/>
          <p:nvPr>
            <p:ph type="title"/>
          </p:nvPr>
        </p:nvSpPr>
        <p:spPr>
          <a:xfrm>
            <a:off x="566250" y="2339775"/>
            <a:ext cx="3999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grpSp>
        <p:nvGrpSpPr>
          <p:cNvPr id="699" name="Google Shape;699;p61"/>
          <p:cNvGrpSpPr/>
          <p:nvPr/>
        </p:nvGrpSpPr>
        <p:grpSpPr>
          <a:xfrm>
            <a:off x="-184963" y="3959038"/>
            <a:ext cx="1814400" cy="1390613"/>
            <a:chOff x="2982412" y="1568263"/>
            <a:chExt cx="1814400" cy="1390613"/>
          </a:xfrm>
        </p:grpSpPr>
        <p:sp>
          <p:nvSpPr>
            <p:cNvPr id="700" name="Google Shape;700;p61"/>
            <p:cNvSpPr/>
            <p:nvPr/>
          </p:nvSpPr>
          <p:spPr>
            <a:xfrm>
              <a:off x="2982412" y="1568263"/>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01" name="Google Shape;701;p61"/>
            <p:cNvSpPr/>
            <p:nvPr/>
          </p:nvSpPr>
          <p:spPr>
            <a:xfrm>
              <a:off x="2982412" y="1811150"/>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02" name="Google Shape;702;p61"/>
            <p:cNvSpPr/>
            <p:nvPr/>
          </p:nvSpPr>
          <p:spPr>
            <a:xfrm>
              <a:off x="2982412" y="2058800"/>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03" name="Google Shape;703;p61"/>
            <p:cNvSpPr/>
            <p:nvPr/>
          </p:nvSpPr>
          <p:spPr>
            <a:xfrm>
              <a:off x="2982412" y="2301688"/>
              <a:ext cx="1814400" cy="4095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04" name="Google Shape;704;p61"/>
            <p:cNvSpPr/>
            <p:nvPr/>
          </p:nvSpPr>
          <p:spPr>
            <a:xfrm>
              <a:off x="2982412" y="2544575"/>
              <a:ext cx="1814400" cy="414300"/>
            </a:xfrm>
            <a:prstGeom prst="ellipse">
              <a:avLst/>
            </a:prstGeom>
            <a:noFill/>
            <a:ln cap="flat" cmpd="sng" w="25400">
              <a:solidFill>
                <a:srgbClr val="FF3F0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pSp>
      <p:sp>
        <p:nvSpPr>
          <p:cNvPr id="705" name="Google Shape;705;p61"/>
          <p:cNvSpPr/>
          <p:nvPr/>
        </p:nvSpPr>
        <p:spPr>
          <a:xfrm>
            <a:off x="5798775" y="1378325"/>
            <a:ext cx="26046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06" name="Google Shape;706;p61"/>
          <p:cNvSpPr/>
          <p:nvPr/>
        </p:nvSpPr>
        <p:spPr>
          <a:xfrm>
            <a:off x="5798775" y="3034675"/>
            <a:ext cx="2604600" cy="73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07" name="Google Shape;707;p61"/>
          <p:cNvSpPr txBox="1"/>
          <p:nvPr>
            <p:ph idx="1" type="body"/>
          </p:nvPr>
        </p:nvSpPr>
        <p:spPr>
          <a:xfrm>
            <a:off x="6437135" y="150417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08" name="Google Shape;708;p61"/>
          <p:cNvSpPr txBox="1"/>
          <p:nvPr>
            <p:ph idx="2" type="body"/>
          </p:nvPr>
        </p:nvSpPr>
        <p:spPr>
          <a:xfrm>
            <a:off x="6434300" y="3157975"/>
            <a:ext cx="1811700" cy="4839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09" name="Google Shape;709;p61"/>
          <p:cNvSpPr txBox="1"/>
          <p:nvPr>
            <p:ph idx="3" type="subTitle"/>
          </p:nvPr>
        </p:nvSpPr>
        <p:spPr>
          <a:xfrm>
            <a:off x="5931575" y="1530350"/>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
        <p:nvSpPr>
          <p:cNvPr id="710" name="Google Shape;710;p61"/>
          <p:cNvSpPr txBox="1"/>
          <p:nvPr>
            <p:ph idx="4" type="subTitle"/>
          </p:nvPr>
        </p:nvSpPr>
        <p:spPr>
          <a:xfrm>
            <a:off x="5931575" y="3178825"/>
            <a:ext cx="455400" cy="4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1100"/>
              <a:buNone/>
              <a:defRPr>
                <a:solidFill>
                  <a:schemeClr val="lt1"/>
                </a:solidFill>
              </a:defRPr>
            </a:lvl2pPr>
            <a:lvl3pPr lvl="2" algn="ctr">
              <a:spcBef>
                <a:spcPts val="0"/>
              </a:spcBef>
              <a:spcAft>
                <a:spcPts val="0"/>
              </a:spcAft>
              <a:buClr>
                <a:schemeClr val="lt1"/>
              </a:buClr>
              <a:buSzPts val="1100"/>
              <a:buNone/>
              <a:defRPr>
                <a:solidFill>
                  <a:schemeClr val="lt1"/>
                </a:solidFill>
              </a:defRPr>
            </a:lvl3pPr>
            <a:lvl4pPr lvl="3" algn="ctr">
              <a:spcBef>
                <a:spcPts val="0"/>
              </a:spcBef>
              <a:spcAft>
                <a:spcPts val="0"/>
              </a:spcAft>
              <a:buClr>
                <a:schemeClr val="lt1"/>
              </a:buClr>
              <a:buSzPts val="1100"/>
              <a:buNone/>
              <a:defRPr>
                <a:solidFill>
                  <a:schemeClr val="lt1"/>
                </a:solidFill>
              </a:defRPr>
            </a:lvl4pPr>
            <a:lvl5pPr lvl="4" algn="ctr">
              <a:spcBef>
                <a:spcPts val="0"/>
              </a:spcBef>
              <a:spcAft>
                <a:spcPts val="0"/>
              </a:spcAft>
              <a:buClr>
                <a:schemeClr val="lt1"/>
              </a:buClr>
              <a:buSzPts val="1100"/>
              <a:buNone/>
              <a:defRPr>
                <a:solidFill>
                  <a:schemeClr val="lt1"/>
                </a:solidFill>
              </a:defRPr>
            </a:lvl5pPr>
            <a:lvl6pPr lvl="5" algn="ctr">
              <a:spcBef>
                <a:spcPts val="0"/>
              </a:spcBef>
              <a:spcAft>
                <a:spcPts val="0"/>
              </a:spcAft>
              <a:buClr>
                <a:schemeClr val="lt1"/>
              </a:buClr>
              <a:buSzPts val="1100"/>
              <a:buNone/>
              <a:defRPr>
                <a:solidFill>
                  <a:schemeClr val="lt1"/>
                </a:solidFill>
              </a:defRPr>
            </a:lvl6pPr>
            <a:lvl7pPr lvl="6" algn="ctr">
              <a:spcBef>
                <a:spcPts val="0"/>
              </a:spcBef>
              <a:spcAft>
                <a:spcPts val="0"/>
              </a:spcAft>
              <a:buClr>
                <a:schemeClr val="lt1"/>
              </a:buClr>
              <a:buSzPts val="1100"/>
              <a:buNone/>
              <a:defRPr>
                <a:solidFill>
                  <a:schemeClr val="lt1"/>
                </a:solidFill>
              </a:defRPr>
            </a:lvl7pPr>
            <a:lvl8pPr lvl="7" algn="ctr">
              <a:spcBef>
                <a:spcPts val="0"/>
              </a:spcBef>
              <a:spcAft>
                <a:spcPts val="0"/>
              </a:spcAft>
              <a:buClr>
                <a:schemeClr val="lt1"/>
              </a:buClr>
              <a:buSzPts val="1100"/>
              <a:buNone/>
              <a:defRPr>
                <a:solidFill>
                  <a:schemeClr val="lt1"/>
                </a:solidFill>
              </a:defRPr>
            </a:lvl8pPr>
            <a:lvl9pPr lvl="8" algn="ctr">
              <a:spcBef>
                <a:spcPts val="0"/>
              </a:spcBef>
              <a:spcAft>
                <a:spcPts val="0"/>
              </a:spcAft>
              <a:buClr>
                <a:schemeClr val="lt1"/>
              </a:buClr>
              <a:buSzPts val="1100"/>
              <a:buNone/>
              <a:defRPr>
                <a:solidFill>
                  <a:schemeClr val="l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rue False v1">
  <p:cSld name="CUSTOM_34">
    <p:spTree>
      <p:nvGrpSpPr>
        <p:cNvPr id="711" name="Shape 711"/>
        <p:cNvGrpSpPr/>
        <p:nvPr/>
      </p:nvGrpSpPr>
      <p:grpSpPr>
        <a:xfrm>
          <a:off x="0" y="0"/>
          <a:ext cx="0" cy="0"/>
          <a:chOff x="0" y="0"/>
          <a:chExt cx="0" cy="0"/>
        </a:xfrm>
      </p:grpSpPr>
      <p:sp>
        <p:nvSpPr>
          <p:cNvPr id="712" name="Google Shape;712;p62"/>
          <p:cNvSpPr/>
          <p:nvPr/>
        </p:nvSpPr>
        <p:spPr>
          <a:xfrm>
            <a:off x="5912625" y="3041863"/>
            <a:ext cx="22851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13" name="Google Shape;713;p62"/>
          <p:cNvSpPr/>
          <p:nvPr/>
        </p:nvSpPr>
        <p:spPr>
          <a:xfrm>
            <a:off x="6004575" y="3120763"/>
            <a:ext cx="572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14" name="Google Shape;714;p62"/>
          <p:cNvSpPr txBox="1"/>
          <p:nvPr>
            <p:ph type="title"/>
          </p:nvPr>
        </p:nvSpPr>
        <p:spPr>
          <a:xfrm>
            <a:off x="566250" y="2285400"/>
            <a:ext cx="4067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5" name="Google Shape;715;p62"/>
          <p:cNvSpPr/>
          <p:nvPr/>
        </p:nvSpPr>
        <p:spPr>
          <a:xfrm>
            <a:off x="5912625" y="1371138"/>
            <a:ext cx="22851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16" name="Google Shape;716;p62"/>
          <p:cNvSpPr/>
          <p:nvPr/>
        </p:nvSpPr>
        <p:spPr>
          <a:xfrm>
            <a:off x="6004575" y="1452588"/>
            <a:ext cx="572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nvGrpSpPr>
          <p:cNvPr id="717" name="Google Shape;717;p62"/>
          <p:cNvGrpSpPr/>
          <p:nvPr/>
        </p:nvGrpSpPr>
        <p:grpSpPr>
          <a:xfrm rot="-2700000">
            <a:off x="6131098" y="1596259"/>
            <a:ext cx="348897" cy="200098"/>
            <a:chOff x="3876675" y="1766250"/>
            <a:chExt cx="348900" cy="200100"/>
          </a:xfrm>
        </p:grpSpPr>
        <p:sp>
          <p:nvSpPr>
            <p:cNvPr id="718" name="Google Shape;718;p62"/>
            <p:cNvSpPr/>
            <p:nvPr/>
          </p:nvSpPr>
          <p:spPr>
            <a:xfrm>
              <a:off x="3876700" y="1766250"/>
              <a:ext cx="72000" cy="20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19" name="Google Shape;719;p62"/>
            <p:cNvSpPr/>
            <p:nvPr/>
          </p:nvSpPr>
          <p:spPr>
            <a:xfrm rot="5400000">
              <a:off x="4015125" y="1755900"/>
              <a:ext cx="72000" cy="34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720" name="Google Shape;720;p62"/>
          <p:cNvGrpSpPr/>
          <p:nvPr/>
        </p:nvGrpSpPr>
        <p:grpSpPr>
          <a:xfrm>
            <a:off x="6142124" y="3258302"/>
            <a:ext cx="297600" cy="297600"/>
            <a:chOff x="3902424" y="2300989"/>
            <a:chExt cx="297600" cy="297600"/>
          </a:xfrm>
        </p:grpSpPr>
        <p:sp>
          <p:nvSpPr>
            <p:cNvPr id="721" name="Google Shape;721;p62"/>
            <p:cNvSpPr/>
            <p:nvPr/>
          </p:nvSpPr>
          <p:spPr>
            <a:xfrm rot="2700000">
              <a:off x="4015161" y="2275417"/>
              <a:ext cx="72125" cy="34874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22" name="Google Shape;722;p62"/>
            <p:cNvSpPr/>
            <p:nvPr/>
          </p:nvSpPr>
          <p:spPr>
            <a:xfrm rot="-2700000">
              <a:off x="4015161" y="2275417"/>
              <a:ext cx="72125" cy="34874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sp>
        <p:nvSpPr>
          <p:cNvPr id="723" name="Google Shape;723;p62"/>
          <p:cNvSpPr txBox="1"/>
          <p:nvPr>
            <p:ph idx="1" type="body"/>
          </p:nvPr>
        </p:nvSpPr>
        <p:spPr>
          <a:xfrm>
            <a:off x="6661950" y="1452600"/>
            <a:ext cx="1394400" cy="572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724" name="Google Shape;724;p62"/>
          <p:cNvSpPr txBox="1"/>
          <p:nvPr>
            <p:ph idx="2" type="body"/>
          </p:nvPr>
        </p:nvSpPr>
        <p:spPr>
          <a:xfrm>
            <a:off x="6694150" y="3120750"/>
            <a:ext cx="1394400" cy="572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rue False v2">
  <p:cSld name="CUSTOM_34_1">
    <p:spTree>
      <p:nvGrpSpPr>
        <p:cNvPr id="725" name="Shape 725"/>
        <p:cNvGrpSpPr/>
        <p:nvPr/>
      </p:nvGrpSpPr>
      <p:grpSpPr>
        <a:xfrm>
          <a:off x="0" y="0"/>
          <a:ext cx="0" cy="0"/>
          <a:chOff x="0" y="0"/>
          <a:chExt cx="0" cy="0"/>
        </a:xfrm>
      </p:grpSpPr>
      <p:sp>
        <p:nvSpPr>
          <p:cNvPr id="726" name="Google Shape;726;p63"/>
          <p:cNvSpPr/>
          <p:nvPr/>
        </p:nvSpPr>
        <p:spPr>
          <a:xfrm>
            <a:off x="6292650" y="3465375"/>
            <a:ext cx="22851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27" name="Google Shape;727;p63"/>
          <p:cNvSpPr/>
          <p:nvPr/>
        </p:nvSpPr>
        <p:spPr>
          <a:xfrm>
            <a:off x="6384600" y="3544275"/>
            <a:ext cx="572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28" name="Google Shape;728;p63"/>
          <p:cNvSpPr txBox="1"/>
          <p:nvPr>
            <p:ph type="title"/>
          </p:nvPr>
        </p:nvSpPr>
        <p:spPr>
          <a:xfrm>
            <a:off x="566250" y="445025"/>
            <a:ext cx="80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29" name="Google Shape;729;p63"/>
          <p:cNvSpPr/>
          <p:nvPr/>
        </p:nvSpPr>
        <p:spPr>
          <a:xfrm>
            <a:off x="566250" y="3462825"/>
            <a:ext cx="22851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30" name="Google Shape;730;p63"/>
          <p:cNvSpPr/>
          <p:nvPr/>
        </p:nvSpPr>
        <p:spPr>
          <a:xfrm>
            <a:off x="658200" y="3544275"/>
            <a:ext cx="572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nvGrpSpPr>
          <p:cNvPr id="731" name="Google Shape;731;p63"/>
          <p:cNvGrpSpPr/>
          <p:nvPr/>
        </p:nvGrpSpPr>
        <p:grpSpPr>
          <a:xfrm rot="-2700000">
            <a:off x="784723" y="3687946"/>
            <a:ext cx="348897" cy="200098"/>
            <a:chOff x="3876675" y="1766250"/>
            <a:chExt cx="348900" cy="200100"/>
          </a:xfrm>
        </p:grpSpPr>
        <p:sp>
          <p:nvSpPr>
            <p:cNvPr id="732" name="Google Shape;732;p63"/>
            <p:cNvSpPr/>
            <p:nvPr/>
          </p:nvSpPr>
          <p:spPr>
            <a:xfrm>
              <a:off x="3876700" y="1766250"/>
              <a:ext cx="72000" cy="20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33" name="Google Shape;733;p63"/>
            <p:cNvSpPr/>
            <p:nvPr/>
          </p:nvSpPr>
          <p:spPr>
            <a:xfrm rot="5400000">
              <a:off x="4015125" y="1755900"/>
              <a:ext cx="72000" cy="34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734" name="Google Shape;734;p63"/>
          <p:cNvGrpSpPr/>
          <p:nvPr/>
        </p:nvGrpSpPr>
        <p:grpSpPr>
          <a:xfrm>
            <a:off x="6522149" y="3681814"/>
            <a:ext cx="297600" cy="297600"/>
            <a:chOff x="3902424" y="2300989"/>
            <a:chExt cx="297600" cy="297600"/>
          </a:xfrm>
        </p:grpSpPr>
        <p:sp>
          <p:nvSpPr>
            <p:cNvPr id="735" name="Google Shape;735;p63"/>
            <p:cNvSpPr/>
            <p:nvPr/>
          </p:nvSpPr>
          <p:spPr>
            <a:xfrm rot="2700000">
              <a:off x="4015161" y="2275417"/>
              <a:ext cx="72125" cy="34874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36" name="Google Shape;736;p63"/>
            <p:cNvSpPr/>
            <p:nvPr/>
          </p:nvSpPr>
          <p:spPr>
            <a:xfrm rot="-2700000">
              <a:off x="4015161" y="2275417"/>
              <a:ext cx="72125" cy="34874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sp>
        <p:nvSpPr>
          <p:cNvPr id="737" name="Google Shape;737;p63"/>
          <p:cNvSpPr txBox="1"/>
          <p:nvPr>
            <p:ph idx="1" type="body"/>
          </p:nvPr>
        </p:nvSpPr>
        <p:spPr>
          <a:xfrm>
            <a:off x="1331100" y="3544275"/>
            <a:ext cx="1394400" cy="572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738" name="Google Shape;738;p63"/>
          <p:cNvSpPr txBox="1"/>
          <p:nvPr>
            <p:ph idx="2" type="body"/>
          </p:nvPr>
        </p:nvSpPr>
        <p:spPr>
          <a:xfrm>
            <a:off x="7041975" y="3541725"/>
            <a:ext cx="1394400" cy="572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739" name="Google Shape;739;p63"/>
          <p:cNvSpPr/>
          <p:nvPr/>
        </p:nvSpPr>
        <p:spPr>
          <a:xfrm>
            <a:off x="0" y="0"/>
            <a:ext cx="76200" cy="5143500"/>
          </a:xfrm>
          <a:prstGeom prst="rect">
            <a:avLst/>
          </a:prstGeom>
          <a:solidFill>
            <a:schemeClr val="accent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rue False v3">
  <p:cSld name="CUSTOM_34_1_1">
    <p:bg>
      <p:bgPr>
        <a:solidFill>
          <a:schemeClr val="accent2"/>
        </a:solidFill>
      </p:bgPr>
    </p:bg>
    <p:spTree>
      <p:nvGrpSpPr>
        <p:cNvPr id="740" name="Shape 740"/>
        <p:cNvGrpSpPr/>
        <p:nvPr/>
      </p:nvGrpSpPr>
      <p:grpSpPr>
        <a:xfrm>
          <a:off x="0" y="0"/>
          <a:ext cx="0" cy="0"/>
          <a:chOff x="0" y="0"/>
          <a:chExt cx="0" cy="0"/>
        </a:xfrm>
      </p:grpSpPr>
      <p:sp>
        <p:nvSpPr>
          <p:cNvPr id="741" name="Google Shape;741;p64"/>
          <p:cNvSpPr/>
          <p:nvPr/>
        </p:nvSpPr>
        <p:spPr>
          <a:xfrm>
            <a:off x="0" y="2609850"/>
            <a:ext cx="9144000" cy="2533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42" name="Google Shape;742;p64"/>
          <p:cNvSpPr/>
          <p:nvPr/>
        </p:nvSpPr>
        <p:spPr>
          <a:xfrm>
            <a:off x="566250" y="520900"/>
            <a:ext cx="8040900" cy="3672300"/>
          </a:xfrm>
          <a:prstGeom prst="snip1Rect">
            <a:avLst>
              <a:gd fmla="val 16667" name="adj"/>
            </a:avLst>
          </a:prstGeom>
          <a:solidFill>
            <a:schemeClr val="accent6"/>
          </a:solidFill>
          <a:ln cap="flat" cmpd="sng" w="9525">
            <a:solidFill>
              <a:schemeClr val="accent5"/>
            </a:solidFill>
            <a:prstDash val="solid"/>
            <a:round/>
            <a:headEnd len="sm" w="sm" type="none"/>
            <a:tailEnd len="sm" w="sm" type="none"/>
          </a:ln>
          <a:effectLst>
            <a:outerShdw blurRad="342900" rotWithShape="0" algn="bl" dir="5400000" dist="95250">
              <a:srgbClr val="000000">
                <a:alpha val="1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4"/>
          <p:cNvSpPr/>
          <p:nvPr/>
        </p:nvSpPr>
        <p:spPr>
          <a:xfrm>
            <a:off x="4841575" y="3838475"/>
            <a:ext cx="2285100" cy="730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44" name="Google Shape;744;p64"/>
          <p:cNvSpPr/>
          <p:nvPr/>
        </p:nvSpPr>
        <p:spPr>
          <a:xfrm>
            <a:off x="4933525" y="3917375"/>
            <a:ext cx="572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45" name="Google Shape;745;p64"/>
          <p:cNvSpPr txBox="1"/>
          <p:nvPr>
            <p:ph type="title"/>
          </p:nvPr>
        </p:nvSpPr>
        <p:spPr>
          <a:xfrm>
            <a:off x="918800" y="833450"/>
            <a:ext cx="7316400" cy="2098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2000"/>
              <a:buNone/>
              <a:defRPr>
                <a:solidFill>
                  <a:schemeClr val="lt1"/>
                </a:solidFill>
              </a:defRPr>
            </a:lvl1pPr>
            <a:lvl2pPr lvl="1" algn="ctr">
              <a:spcBef>
                <a:spcPts val="0"/>
              </a:spcBef>
              <a:spcAft>
                <a:spcPts val="0"/>
              </a:spcAft>
              <a:buClr>
                <a:schemeClr val="lt1"/>
              </a:buClr>
              <a:buSzPts val="2000"/>
              <a:buNone/>
              <a:defRPr>
                <a:solidFill>
                  <a:schemeClr val="lt1"/>
                </a:solidFill>
              </a:defRPr>
            </a:lvl2pPr>
            <a:lvl3pPr lvl="2" algn="ctr">
              <a:spcBef>
                <a:spcPts val="0"/>
              </a:spcBef>
              <a:spcAft>
                <a:spcPts val="0"/>
              </a:spcAft>
              <a:buClr>
                <a:schemeClr val="lt1"/>
              </a:buClr>
              <a:buSzPts val="2000"/>
              <a:buNone/>
              <a:defRPr>
                <a:solidFill>
                  <a:schemeClr val="lt1"/>
                </a:solidFill>
              </a:defRPr>
            </a:lvl3pPr>
            <a:lvl4pPr lvl="3" algn="ctr">
              <a:spcBef>
                <a:spcPts val="0"/>
              </a:spcBef>
              <a:spcAft>
                <a:spcPts val="0"/>
              </a:spcAft>
              <a:buClr>
                <a:schemeClr val="lt1"/>
              </a:buClr>
              <a:buSzPts val="2000"/>
              <a:buNone/>
              <a:defRPr>
                <a:solidFill>
                  <a:schemeClr val="lt1"/>
                </a:solidFill>
              </a:defRPr>
            </a:lvl4pPr>
            <a:lvl5pPr lvl="4" algn="ctr">
              <a:spcBef>
                <a:spcPts val="0"/>
              </a:spcBef>
              <a:spcAft>
                <a:spcPts val="0"/>
              </a:spcAft>
              <a:buClr>
                <a:schemeClr val="lt1"/>
              </a:buClr>
              <a:buSzPts val="2000"/>
              <a:buNone/>
              <a:defRPr>
                <a:solidFill>
                  <a:schemeClr val="lt1"/>
                </a:solidFill>
              </a:defRPr>
            </a:lvl5pPr>
            <a:lvl6pPr lvl="5" algn="ctr">
              <a:spcBef>
                <a:spcPts val="0"/>
              </a:spcBef>
              <a:spcAft>
                <a:spcPts val="0"/>
              </a:spcAft>
              <a:buClr>
                <a:schemeClr val="lt1"/>
              </a:buClr>
              <a:buSzPts val="2000"/>
              <a:buNone/>
              <a:defRPr>
                <a:solidFill>
                  <a:schemeClr val="lt1"/>
                </a:solidFill>
              </a:defRPr>
            </a:lvl6pPr>
            <a:lvl7pPr lvl="6" algn="ctr">
              <a:spcBef>
                <a:spcPts val="0"/>
              </a:spcBef>
              <a:spcAft>
                <a:spcPts val="0"/>
              </a:spcAft>
              <a:buClr>
                <a:schemeClr val="lt1"/>
              </a:buClr>
              <a:buSzPts val="2000"/>
              <a:buNone/>
              <a:defRPr>
                <a:solidFill>
                  <a:schemeClr val="lt1"/>
                </a:solidFill>
              </a:defRPr>
            </a:lvl7pPr>
            <a:lvl8pPr lvl="7" algn="ctr">
              <a:spcBef>
                <a:spcPts val="0"/>
              </a:spcBef>
              <a:spcAft>
                <a:spcPts val="0"/>
              </a:spcAft>
              <a:buClr>
                <a:schemeClr val="lt1"/>
              </a:buClr>
              <a:buSzPts val="2000"/>
              <a:buNone/>
              <a:defRPr>
                <a:solidFill>
                  <a:schemeClr val="lt1"/>
                </a:solidFill>
              </a:defRPr>
            </a:lvl8pPr>
            <a:lvl9pPr lvl="8" algn="ctr">
              <a:spcBef>
                <a:spcPts val="0"/>
              </a:spcBef>
              <a:spcAft>
                <a:spcPts val="0"/>
              </a:spcAft>
              <a:buClr>
                <a:schemeClr val="lt1"/>
              </a:buClr>
              <a:buSzPts val="2000"/>
              <a:buNone/>
              <a:defRPr>
                <a:solidFill>
                  <a:schemeClr val="lt1"/>
                </a:solidFill>
              </a:defRPr>
            </a:lvl9pPr>
          </a:lstStyle>
          <a:p/>
        </p:txBody>
      </p:sp>
      <p:sp>
        <p:nvSpPr>
          <p:cNvPr id="746" name="Google Shape;746;p64"/>
          <p:cNvSpPr/>
          <p:nvPr/>
        </p:nvSpPr>
        <p:spPr>
          <a:xfrm>
            <a:off x="2017325" y="3835925"/>
            <a:ext cx="2285100" cy="73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47" name="Google Shape;747;p64"/>
          <p:cNvSpPr/>
          <p:nvPr/>
        </p:nvSpPr>
        <p:spPr>
          <a:xfrm>
            <a:off x="2109275" y="3917375"/>
            <a:ext cx="572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nvGrpSpPr>
          <p:cNvPr id="748" name="Google Shape;748;p64"/>
          <p:cNvGrpSpPr/>
          <p:nvPr/>
        </p:nvGrpSpPr>
        <p:grpSpPr>
          <a:xfrm rot="-2700000">
            <a:off x="2235798" y="4061046"/>
            <a:ext cx="348897" cy="200098"/>
            <a:chOff x="3876675" y="1766250"/>
            <a:chExt cx="348900" cy="200100"/>
          </a:xfrm>
        </p:grpSpPr>
        <p:sp>
          <p:nvSpPr>
            <p:cNvPr id="749" name="Google Shape;749;p64"/>
            <p:cNvSpPr/>
            <p:nvPr/>
          </p:nvSpPr>
          <p:spPr>
            <a:xfrm>
              <a:off x="3876700" y="1766250"/>
              <a:ext cx="72000" cy="20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50" name="Google Shape;750;p64"/>
            <p:cNvSpPr/>
            <p:nvPr/>
          </p:nvSpPr>
          <p:spPr>
            <a:xfrm rot="5400000">
              <a:off x="4015125" y="1755900"/>
              <a:ext cx="72000" cy="34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751" name="Google Shape;751;p64"/>
          <p:cNvGrpSpPr/>
          <p:nvPr/>
        </p:nvGrpSpPr>
        <p:grpSpPr>
          <a:xfrm>
            <a:off x="5071074" y="4054914"/>
            <a:ext cx="297600" cy="297600"/>
            <a:chOff x="3902424" y="2300989"/>
            <a:chExt cx="297600" cy="297600"/>
          </a:xfrm>
        </p:grpSpPr>
        <p:sp>
          <p:nvSpPr>
            <p:cNvPr id="752" name="Google Shape;752;p64"/>
            <p:cNvSpPr/>
            <p:nvPr/>
          </p:nvSpPr>
          <p:spPr>
            <a:xfrm rot="2700000">
              <a:off x="4015161" y="2275417"/>
              <a:ext cx="72125" cy="34874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753" name="Google Shape;753;p64"/>
            <p:cNvSpPr/>
            <p:nvPr/>
          </p:nvSpPr>
          <p:spPr>
            <a:xfrm rot="-2700000">
              <a:off x="4015161" y="2275417"/>
              <a:ext cx="72125" cy="34874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sp>
        <p:nvSpPr>
          <p:cNvPr id="754" name="Google Shape;754;p64"/>
          <p:cNvSpPr txBox="1"/>
          <p:nvPr>
            <p:ph idx="1" type="body"/>
          </p:nvPr>
        </p:nvSpPr>
        <p:spPr>
          <a:xfrm>
            <a:off x="2772900" y="3917375"/>
            <a:ext cx="1394400" cy="57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755" name="Google Shape;755;p64"/>
          <p:cNvSpPr txBox="1"/>
          <p:nvPr>
            <p:ph idx="2" type="body"/>
          </p:nvPr>
        </p:nvSpPr>
        <p:spPr>
          <a:xfrm>
            <a:off x="5609675" y="3914825"/>
            <a:ext cx="1394400" cy="572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2"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7D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2pPr>
            <a:lvl3pPr lvl="2">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3pPr>
            <a:lvl4pPr lvl="3">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4pPr>
            <a:lvl5pPr lvl="4">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5pPr>
            <a:lvl6pPr lvl="5">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6pPr>
            <a:lvl7pPr lvl="6">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7pPr>
            <a:lvl8pPr lvl="7">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8pPr>
            <a:lvl9pPr lvl="8">
              <a:spcBef>
                <a:spcPts val="0"/>
              </a:spcBef>
              <a:spcAft>
                <a:spcPts val="0"/>
              </a:spcAft>
              <a:buClr>
                <a:schemeClr val="dk1"/>
              </a:buClr>
              <a:buSzPts val="2000"/>
              <a:buFont typeface="Space Grotesk Medium"/>
              <a:buNone/>
              <a:defRPr sz="2000">
                <a:solidFill>
                  <a:schemeClr val="dk1"/>
                </a:solidFill>
                <a:latin typeface="Space Grotesk Medium"/>
                <a:ea typeface="Space Grotesk Medium"/>
                <a:cs typeface="Space Grotesk Medium"/>
                <a:sym typeface="Space Grotesk Medium"/>
              </a:defRPr>
            </a:lvl9pPr>
          </a:lstStyle>
          <a:p/>
        </p:txBody>
      </p:sp>
      <p:sp>
        <p:nvSpPr>
          <p:cNvPr id="52" name="Google Shape;52;p13"/>
          <p:cNvSpPr txBox="1"/>
          <p:nvPr>
            <p:ph idx="1" type="body"/>
          </p:nvPr>
        </p:nvSpPr>
        <p:spPr>
          <a:xfrm>
            <a:off x="311700" y="1152475"/>
            <a:ext cx="4645500" cy="3416400"/>
          </a:xfrm>
          <a:prstGeom prst="rect">
            <a:avLst/>
          </a:prstGeom>
          <a:noFill/>
          <a:ln>
            <a:noFill/>
          </a:ln>
        </p:spPr>
        <p:txBody>
          <a:bodyPr anchorCtr="0" anchor="t" bIns="91425" lIns="91425" spcFirstLastPara="1" rIns="91425" wrap="square" tIns="91425">
            <a:noAutofit/>
          </a:bodyPr>
          <a:lstStyle>
            <a:lvl1pPr indent="-298450" lvl="0" marL="4572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1pPr>
            <a:lvl2pPr indent="-298450" lvl="1" marL="9144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2pPr>
            <a:lvl3pPr indent="-298450" lvl="2" marL="13716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3pPr>
            <a:lvl4pPr indent="-298450" lvl="3" marL="18288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4pPr>
            <a:lvl5pPr indent="-298450" lvl="4" marL="22860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5pPr>
            <a:lvl6pPr indent="-298450" lvl="5" marL="27432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6pPr>
            <a:lvl7pPr indent="-298450" lvl="6" marL="32004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7pPr>
            <a:lvl8pPr indent="-298450" lvl="7" marL="36576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8pPr>
            <a:lvl9pPr indent="-298450" lvl="8" marL="4114800">
              <a:lnSpc>
                <a:spcPct val="100000"/>
              </a:lnSpc>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drive.google.com/file/d/1U6I5xqBEVwsTEGQkGBFR3w71m1cenuuu/view" TargetMode="Externa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0.gif"/><Relationship Id="rId4" Type="http://schemas.openxmlformats.org/officeDocument/2006/relationships/image" Target="../media/image1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33.png"/><Relationship Id="rId5"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 Id="rId3" Type="http://schemas.openxmlformats.org/officeDocument/2006/relationships/image" Target="../media/image3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2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6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Study Buddy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Meet the Team</a:t>
            </a:r>
            <a:endParaRPr/>
          </a:p>
        </p:txBody>
      </p:sp>
      <p:sp>
        <p:nvSpPr>
          <p:cNvPr id="766" name="Google Shape;766;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Melissa Cron - Project Leader</a:t>
            </a:r>
            <a:endParaRPr sz="2400"/>
          </a:p>
          <a:p>
            <a:pPr indent="0" lvl="0" marL="0" rtl="0" algn="l">
              <a:spcBef>
                <a:spcPts val="1200"/>
              </a:spcBef>
              <a:spcAft>
                <a:spcPts val="0"/>
              </a:spcAft>
              <a:buNone/>
            </a:pPr>
            <a:r>
              <a:rPr lang="en" sz="2400"/>
              <a:t>Shinu Shibu - Configuration / Requirements Leader</a:t>
            </a:r>
            <a:endParaRPr sz="2400"/>
          </a:p>
          <a:p>
            <a:pPr indent="0" lvl="0" marL="0" rtl="0" algn="l">
              <a:spcBef>
                <a:spcPts val="1200"/>
              </a:spcBef>
              <a:spcAft>
                <a:spcPts val="0"/>
              </a:spcAft>
              <a:buNone/>
            </a:pPr>
            <a:r>
              <a:rPr lang="en" sz="2400"/>
              <a:t>Bohan Lin</a:t>
            </a:r>
            <a:r>
              <a:rPr lang="en" sz="2400"/>
              <a:t> - Quality Assurance / Design Leader</a:t>
            </a:r>
            <a:endParaRPr sz="2400"/>
          </a:p>
          <a:p>
            <a:pPr indent="0" lvl="0" marL="0" rtl="0" algn="l">
              <a:spcBef>
                <a:spcPts val="1200"/>
              </a:spcBef>
              <a:spcAft>
                <a:spcPts val="0"/>
              </a:spcAft>
              <a:buClr>
                <a:schemeClr val="dk1"/>
              </a:buClr>
              <a:buSzPts val="1100"/>
              <a:buFont typeface="Arial"/>
              <a:buNone/>
            </a:pPr>
            <a:r>
              <a:rPr lang="en" sz="2400"/>
              <a:t>Kimi Chen - Security Leader</a:t>
            </a:r>
            <a:endParaRPr sz="2400"/>
          </a:p>
          <a:p>
            <a:pPr indent="0" lvl="0" marL="0" rtl="0" algn="l">
              <a:spcBef>
                <a:spcPts val="1200"/>
              </a:spcBef>
              <a:spcAft>
                <a:spcPts val="0"/>
              </a:spcAft>
              <a:buClr>
                <a:schemeClr val="dk1"/>
              </a:buClr>
              <a:buSzPts val="1100"/>
              <a:buFont typeface="Arial"/>
              <a:buNone/>
            </a:pPr>
            <a:r>
              <a:rPr lang="en" sz="2400"/>
              <a:t>Elijah Zhang - Quality Assurance / Design Leader</a:t>
            </a:r>
            <a:endParaRPr sz="2400"/>
          </a:p>
          <a:p>
            <a:pPr indent="0" lvl="0" marL="0" rtl="0" algn="l">
              <a:spcBef>
                <a:spcPts val="1200"/>
              </a:spcBef>
              <a:spcAft>
                <a:spcPts val="1200"/>
              </a:spcAft>
              <a:buNone/>
            </a:pPr>
            <a:r>
              <a:rPr lang="en" sz="2400"/>
              <a:t>Mia Zhao - Quality Assurance / Design Leader</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About Study Buddy</a:t>
            </a:r>
            <a:endParaRPr/>
          </a:p>
        </p:txBody>
      </p:sp>
      <p:sp>
        <p:nvSpPr>
          <p:cNvPr id="772" name="Google Shape;772;p6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Clr>
                <a:schemeClr val="dk1"/>
              </a:buClr>
              <a:buSzPct val="39285"/>
              <a:buFont typeface="Arial"/>
              <a:buNone/>
            </a:pPr>
            <a:r>
              <a:rPr lang="en"/>
              <a:t>DexiaoZhang（Elijah）</a:t>
            </a:r>
            <a:endParaRPr/>
          </a:p>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68"/>
          <p:cNvSpPr txBox="1"/>
          <p:nvPr>
            <p:ph type="ctrTitle"/>
          </p:nvPr>
        </p:nvSpPr>
        <p:spPr>
          <a:xfrm>
            <a:off x="1008850" y="387500"/>
            <a:ext cx="6736800" cy="234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What is Study Buddy?</a:t>
            </a:r>
            <a:endParaRPr sz="3100"/>
          </a:p>
        </p:txBody>
      </p:sp>
      <p:sp>
        <p:nvSpPr>
          <p:cNvPr id="778" name="Google Shape;778;p68"/>
          <p:cNvSpPr txBox="1"/>
          <p:nvPr>
            <p:ph idx="1" type="subTitle"/>
          </p:nvPr>
        </p:nvSpPr>
        <p:spPr>
          <a:xfrm>
            <a:off x="388225" y="1091300"/>
            <a:ext cx="8520600" cy="792600"/>
          </a:xfrm>
          <a:prstGeom prst="rect">
            <a:avLst/>
          </a:prstGeom>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b="1" lang="en" sz="7200">
                <a:solidFill>
                  <a:schemeClr val="dk1"/>
                </a:solidFill>
              </a:rPr>
              <a:t>A companion app that helps students study consistently with goals, focus mode, gamification and progress tracking.</a:t>
            </a:r>
            <a:endParaRPr b="1" sz="7200">
              <a:solidFill>
                <a:schemeClr val="dk1"/>
              </a:solidFill>
            </a:endParaRPr>
          </a:p>
          <a:p>
            <a:pPr indent="0" lvl="0" marL="457200" rtl="0" algn="l">
              <a:lnSpc>
                <a:spcPct val="115000"/>
              </a:lnSpc>
              <a:spcBef>
                <a:spcPts val="1200"/>
              </a:spcBef>
              <a:spcAft>
                <a:spcPts val="0"/>
              </a:spcAft>
              <a:buNone/>
            </a:pPr>
            <a:r>
              <a:t/>
            </a:r>
            <a:endParaRPr sz="7200">
              <a:solidFill>
                <a:schemeClr val="dk1"/>
              </a:solidFill>
            </a:endParaRPr>
          </a:p>
          <a:p>
            <a:pPr indent="-342900" lvl="0" marL="457200" rtl="0" algn="l">
              <a:lnSpc>
                <a:spcPct val="115000"/>
              </a:lnSpc>
              <a:spcBef>
                <a:spcPts val="1200"/>
              </a:spcBef>
              <a:spcAft>
                <a:spcPts val="0"/>
              </a:spcAft>
              <a:buClr>
                <a:schemeClr val="dk1"/>
              </a:buClr>
              <a:buSzPct val="100000"/>
              <a:buChar char="●"/>
            </a:pPr>
            <a:r>
              <a:rPr lang="en" sz="7200">
                <a:solidFill>
                  <a:schemeClr val="dk1"/>
                </a:solidFill>
              </a:rPr>
              <a:t>Helps students build consistent study habits</a:t>
            </a:r>
            <a:br>
              <a:rPr lang="en" sz="7200">
                <a:solidFill>
                  <a:schemeClr val="dk1"/>
                </a:solidFill>
              </a:rPr>
            </a:br>
            <a:endParaRPr sz="7200">
              <a:solidFill>
                <a:schemeClr val="dk1"/>
              </a:solidFill>
            </a:endParaRPr>
          </a:p>
          <a:p>
            <a:pPr indent="-342900" lvl="0" marL="457200" rtl="0" algn="l">
              <a:lnSpc>
                <a:spcPct val="115000"/>
              </a:lnSpc>
              <a:spcBef>
                <a:spcPts val="0"/>
              </a:spcBef>
              <a:spcAft>
                <a:spcPts val="0"/>
              </a:spcAft>
              <a:buClr>
                <a:schemeClr val="dk1"/>
              </a:buClr>
              <a:buSzPct val="100000"/>
              <a:buChar char="●"/>
            </a:pPr>
            <a:r>
              <a:rPr lang="en" sz="7200">
                <a:solidFill>
                  <a:schemeClr val="dk1"/>
                </a:solidFill>
              </a:rPr>
              <a:t>Includes focus timer, weekly goals, and study statistics</a:t>
            </a:r>
            <a:br>
              <a:rPr lang="en" sz="7200">
                <a:solidFill>
                  <a:schemeClr val="dk1"/>
                </a:solidFill>
              </a:rPr>
            </a:br>
            <a:endParaRPr sz="7200">
              <a:solidFill>
                <a:schemeClr val="dk1"/>
              </a:solidFill>
            </a:endParaRPr>
          </a:p>
          <a:p>
            <a:pPr indent="-342900" lvl="0" marL="457200" rtl="0" algn="l">
              <a:lnSpc>
                <a:spcPct val="115000"/>
              </a:lnSpc>
              <a:spcBef>
                <a:spcPts val="0"/>
              </a:spcBef>
              <a:spcAft>
                <a:spcPts val="0"/>
              </a:spcAft>
              <a:buClr>
                <a:schemeClr val="dk1"/>
              </a:buClr>
              <a:buSzPct val="100000"/>
              <a:buChar char="●"/>
            </a:pPr>
            <a:r>
              <a:rPr lang="en" sz="7200">
                <a:solidFill>
                  <a:schemeClr val="dk1"/>
                </a:solidFill>
              </a:rPr>
              <a:t>Gamified with relaxing mini-games as rest breaks</a:t>
            </a:r>
            <a:br>
              <a:rPr lang="en" sz="7200">
                <a:solidFill>
                  <a:schemeClr val="dk1"/>
                </a:solidFill>
              </a:rPr>
            </a:br>
            <a:endParaRPr sz="7200">
              <a:solidFill>
                <a:schemeClr val="dk1"/>
              </a:solidFill>
            </a:endParaRPr>
          </a:p>
          <a:p>
            <a:pPr indent="-342900" lvl="0" marL="457200" rtl="0" algn="l">
              <a:lnSpc>
                <a:spcPct val="115000"/>
              </a:lnSpc>
              <a:spcBef>
                <a:spcPts val="0"/>
              </a:spcBef>
              <a:spcAft>
                <a:spcPts val="0"/>
              </a:spcAft>
              <a:buClr>
                <a:schemeClr val="dk1"/>
              </a:buClr>
              <a:buSzPct val="100000"/>
              <a:buChar char="●"/>
            </a:pPr>
            <a:r>
              <a:rPr lang="en" sz="7200">
                <a:solidFill>
                  <a:schemeClr val="dk1"/>
                </a:solidFill>
              </a:rPr>
              <a:t>Personalized virtual buddy to motivate studying</a:t>
            </a:r>
            <a:br>
              <a:rPr lang="en" sz="7200">
                <a:solidFill>
                  <a:schemeClr val="dk1"/>
                </a:solidFill>
              </a:rPr>
            </a:br>
            <a:endParaRPr sz="7200">
              <a:solidFill>
                <a:schemeClr val="dk1"/>
              </a:solidFill>
            </a:endParaRPr>
          </a:p>
          <a:p>
            <a:pPr indent="0" lvl="0" marL="0" rtl="0" algn="ctr">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9"/>
          <p:cNvSpPr txBox="1"/>
          <p:nvPr>
            <p:ph type="ctrTitle"/>
          </p:nvPr>
        </p:nvSpPr>
        <p:spPr>
          <a:xfrm>
            <a:off x="977775" y="166425"/>
            <a:ext cx="6252300" cy="600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Why Study Buddy?</a:t>
            </a:r>
            <a:endParaRPr sz="3100"/>
          </a:p>
        </p:txBody>
      </p:sp>
      <p:sp>
        <p:nvSpPr>
          <p:cNvPr id="784" name="Google Shape;784;p69"/>
          <p:cNvSpPr txBox="1"/>
          <p:nvPr>
            <p:ph idx="1" type="subTitle"/>
          </p:nvPr>
        </p:nvSpPr>
        <p:spPr>
          <a:xfrm>
            <a:off x="119025" y="886075"/>
            <a:ext cx="7969800" cy="4216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700">
                <a:solidFill>
                  <a:schemeClr val="dk1"/>
                </a:solidFill>
              </a:rPr>
              <a:t>Bullet points：</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 sz="1700">
                <a:solidFill>
                  <a:schemeClr val="dk1"/>
                </a:solidFill>
              </a:rPr>
              <a:t>Students struggle with consistency and motivation</a:t>
            </a:r>
            <a:br>
              <a:rPr lang="en" sz="1700">
                <a:solidFill>
                  <a:schemeClr val="dk1"/>
                </a:solidFill>
              </a:rPr>
            </a:b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Our app makes studying less stressful and more engaging</a:t>
            </a:r>
            <a:br>
              <a:rPr lang="en" sz="1700">
                <a:solidFill>
                  <a:schemeClr val="dk1"/>
                </a:solidFill>
              </a:rPr>
            </a:b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Visual progress &amp; a supportive buddy encourage long-term habit forming</a:t>
            </a:r>
            <a:br>
              <a:rPr lang="en" sz="1700">
                <a:solidFill>
                  <a:schemeClr val="dk1"/>
                </a:solidFill>
              </a:rPr>
            </a:b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Designed to improve focus while preventing burnout</a:t>
            </a:r>
            <a:endParaRPr sz="1700">
              <a:solidFill>
                <a:schemeClr val="dk1"/>
              </a:solidFill>
            </a:endParaRPr>
          </a:p>
          <a:p>
            <a:pPr indent="0" lvl="0" marL="0" rtl="0" algn="ctr">
              <a:lnSpc>
                <a:spcPct val="80000"/>
              </a:lnSpc>
              <a:spcBef>
                <a:spcPts val="1200"/>
              </a:spcBef>
              <a:spcAft>
                <a:spcPts val="0"/>
              </a:spcAft>
              <a:buSzPts val="275"/>
              <a:buNone/>
            </a:pPr>
            <a:r>
              <a:t/>
            </a:r>
            <a:endParaRPr sz="2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0"/>
          <p:cNvSpPr txBox="1"/>
          <p:nvPr>
            <p:ph type="ctrTitle"/>
          </p:nvPr>
        </p:nvSpPr>
        <p:spPr>
          <a:xfrm>
            <a:off x="1025852" y="106950"/>
            <a:ext cx="6694500" cy="626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Key Features</a:t>
            </a:r>
            <a:endParaRPr sz="3100"/>
          </a:p>
        </p:txBody>
      </p:sp>
      <p:sp>
        <p:nvSpPr>
          <p:cNvPr id="790" name="Google Shape;790;p70"/>
          <p:cNvSpPr txBox="1"/>
          <p:nvPr>
            <p:ph idx="1" type="subTitle"/>
          </p:nvPr>
        </p:nvSpPr>
        <p:spPr>
          <a:xfrm>
            <a:off x="328700" y="1014775"/>
            <a:ext cx="8871000" cy="3654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800">
                <a:solidFill>
                  <a:schemeClr val="dk1"/>
                </a:solidFill>
              </a:rPr>
              <a:t>Feature list：</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 sz="1800">
                <a:solidFill>
                  <a:schemeClr val="dk1"/>
                </a:solidFill>
              </a:rPr>
              <a:t>✅ </a:t>
            </a:r>
            <a:r>
              <a:rPr b="1" lang="en" sz="1800">
                <a:solidFill>
                  <a:schemeClr val="dk1"/>
                </a:solidFill>
              </a:rPr>
              <a:t>User Registration &amp; Login</a:t>
            </a:r>
            <a:br>
              <a:rPr b="1" lang="en" sz="1800">
                <a:solidFill>
                  <a:schemeClr val="dk1"/>
                </a:solidFill>
              </a:rPr>
            </a:b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 </a:t>
            </a:r>
            <a:r>
              <a:rPr b="1" lang="en" sz="1800">
                <a:solidFill>
                  <a:schemeClr val="dk1"/>
                </a:solidFill>
              </a:rPr>
              <a:t>Personalized Study Buddy</a:t>
            </a:r>
            <a:br>
              <a:rPr b="1" lang="en" sz="1800">
                <a:solidFill>
                  <a:schemeClr val="dk1"/>
                </a:solidFill>
              </a:rPr>
            </a:b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 </a:t>
            </a:r>
            <a:r>
              <a:rPr b="1" lang="en" sz="1800">
                <a:solidFill>
                  <a:schemeClr val="dk1"/>
                </a:solidFill>
              </a:rPr>
              <a:t>Focus Mode Timer (Pomodoro-style)</a:t>
            </a:r>
            <a:br>
              <a:rPr b="1" lang="en" sz="1800">
                <a:solidFill>
                  <a:schemeClr val="dk1"/>
                </a:solidFill>
              </a:rPr>
            </a:b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 </a:t>
            </a:r>
            <a:r>
              <a:rPr b="1" lang="en" sz="1800">
                <a:solidFill>
                  <a:schemeClr val="dk1"/>
                </a:solidFill>
              </a:rPr>
              <a:t>Weekly Goal Tracking</a:t>
            </a:r>
            <a:br>
              <a:rPr b="1" lang="en" sz="1800">
                <a:solidFill>
                  <a:schemeClr val="dk1"/>
                </a:solidFill>
              </a:rPr>
            </a:b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 </a:t>
            </a:r>
            <a:r>
              <a:rPr b="1" lang="en" sz="1800">
                <a:solidFill>
                  <a:schemeClr val="dk1"/>
                </a:solidFill>
              </a:rPr>
              <a:t>Game Center with 3 Mini-Games</a:t>
            </a:r>
            <a:br>
              <a:rPr b="1" lang="en" sz="1800">
                <a:solidFill>
                  <a:schemeClr val="dk1"/>
                </a:solidFill>
              </a:rPr>
            </a:br>
            <a:endParaRPr b="1" sz="1800">
              <a:solidFill>
                <a:schemeClr val="dk1"/>
              </a:solidFill>
            </a:endParaRPr>
          </a:p>
          <a:p>
            <a:pPr indent="0" lvl="0" marL="0" rtl="0" algn="ctr">
              <a:spcBef>
                <a:spcPts val="120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Demo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pic>
        <p:nvPicPr>
          <p:cNvPr id="800" name="Google Shape;800;p72" title="Demo.mp4">
            <a:hlinkClick r:id="rId3"/>
          </p:cNvPr>
          <p:cNvPicPr preferRelativeResize="0"/>
          <p:nvPr/>
        </p:nvPicPr>
        <p:blipFill>
          <a:blip r:embed="rId4">
            <a:alphaModFix/>
          </a:blip>
          <a:stretch>
            <a:fillRect/>
          </a:stretch>
        </p:blipFill>
        <p:spPr>
          <a:xfrm>
            <a:off x="3414713" y="0"/>
            <a:ext cx="2314586"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1000"/>
                                        <p:tgtEl>
                                          <p:spTgt spid="8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7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Project Management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Pull Requests</a:t>
            </a:r>
            <a:endParaRPr/>
          </a:p>
        </p:txBody>
      </p:sp>
      <p:pic>
        <p:nvPicPr>
          <p:cNvPr id="811" name="Google Shape;811;p74" title="Chart"/>
          <p:cNvPicPr preferRelativeResize="0"/>
          <p:nvPr/>
        </p:nvPicPr>
        <p:blipFill>
          <a:blip r:embed="rId3">
            <a:alphaModFix/>
          </a:blip>
          <a:stretch>
            <a:fillRect/>
          </a:stretch>
        </p:blipFill>
        <p:spPr>
          <a:xfrm>
            <a:off x="5200049" y="445025"/>
            <a:ext cx="3632251" cy="4403826"/>
          </a:xfrm>
          <a:prstGeom prst="rect">
            <a:avLst/>
          </a:prstGeom>
          <a:noFill/>
          <a:ln>
            <a:noFill/>
          </a:ln>
        </p:spPr>
      </p:pic>
      <p:sp>
        <p:nvSpPr>
          <p:cNvPr id="812" name="Google Shape;812;p74"/>
          <p:cNvSpPr txBox="1"/>
          <p:nvPr>
            <p:ph idx="1" type="body"/>
          </p:nvPr>
        </p:nvSpPr>
        <p:spPr>
          <a:xfrm>
            <a:off x="311700" y="1152475"/>
            <a:ext cx="4888500" cy="3416400"/>
          </a:xfrm>
          <a:prstGeom prst="rect">
            <a:avLst/>
          </a:prstGeom>
        </p:spPr>
        <p:txBody>
          <a:bodyPr anchorCtr="0" anchor="t" bIns="91425" lIns="91425" spcFirstLastPara="1" rIns="91425" wrap="square" tIns="91425">
            <a:normAutofit lnSpcReduction="20000"/>
          </a:bodyPr>
          <a:lstStyle/>
          <a:p>
            <a:pPr indent="-361950" lvl="0" marL="457200" rtl="0" algn="l">
              <a:lnSpc>
                <a:spcPct val="200000"/>
              </a:lnSpc>
              <a:spcBef>
                <a:spcPts val="0"/>
              </a:spcBef>
              <a:spcAft>
                <a:spcPts val="0"/>
              </a:spcAft>
              <a:buClr>
                <a:schemeClr val="dk1"/>
              </a:buClr>
              <a:buSzPts val="2100"/>
              <a:buChar char="●"/>
            </a:pPr>
            <a:r>
              <a:rPr lang="en" sz="2100">
                <a:solidFill>
                  <a:schemeClr val="dk1"/>
                </a:solidFill>
              </a:rPr>
              <a:t>Longest time from request to FIRST review</a:t>
            </a:r>
            <a:endParaRPr sz="2100">
              <a:solidFill>
                <a:schemeClr val="dk1"/>
              </a:solidFill>
            </a:endParaRPr>
          </a:p>
          <a:p>
            <a:pPr indent="-336550" lvl="1" marL="914400" rtl="0" algn="l">
              <a:lnSpc>
                <a:spcPct val="200000"/>
              </a:lnSpc>
              <a:spcBef>
                <a:spcPts val="0"/>
              </a:spcBef>
              <a:spcAft>
                <a:spcPts val="0"/>
              </a:spcAft>
              <a:buClr>
                <a:schemeClr val="dk1"/>
              </a:buClr>
              <a:buSzPts val="1700"/>
              <a:buChar char="○"/>
            </a:pPr>
            <a:r>
              <a:rPr lang="en" sz="2100">
                <a:solidFill>
                  <a:schemeClr val="dk1"/>
                </a:solidFill>
              </a:rPr>
              <a:t>11 days</a:t>
            </a:r>
            <a:endParaRPr sz="1700">
              <a:solidFill>
                <a:schemeClr val="dk1"/>
              </a:solidFill>
            </a:endParaRPr>
          </a:p>
          <a:p>
            <a:pPr indent="-361950" lvl="0" marL="457200" rtl="0" algn="l">
              <a:lnSpc>
                <a:spcPct val="200000"/>
              </a:lnSpc>
              <a:spcBef>
                <a:spcPts val="0"/>
              </a:spcBef>
              <a:spcAft>
                <a:spcPts val="0"/>
              </a:spcAft>
              <a:buClr>
                <a:schemeClr val="dk1"/>
              </a:buClr>
              <a:buSzPts val="2100"/>
              <a:buChar char="●"/>
            </a:pPr>
            <a:r>
              <a:rPr lang="en" sz="2100">
                <a:solidFill>
                  <a:schemeClr val="dk1"/>
                </a:solidFill>
              </a:rPr>
              <a:t>Reduced required reviews to 1</a:t>
            </a:r>
            <a:endParaRPr sz="2100">
              <a:solidFill>
                <a:schemeClr val="dk1"/>
              </a:solidFill>
            </a:endParaRPr>
          </a:p>
          <a:p>
            <a:pPr indent="-361950" lvl="0" marL="457200" rtl="0" algn="l">
              <a:lnSpc>
                <a:spcPct val="200000"/>
              </a:lnSpc>
              <a:spcBef>
                <a:spcPts val="0"/>
              </a:spcBef>
              <a:spcAft>
                <a:spcPts val="0"/>
              </a:spcAft>
              <a:buClr>
                <a:schemeClr val="dk1"/>
              </a:buClr>
              <a:buSzPts val="2100"/>
              <a:buChar char="●"/>
            </a:pPr>
            <a:r>
              <a:rPr lang="en" sz="2100">
                <a:solidFill>
                  <a:schemeClr val="dk1"/>
                </a:solidFill>
              </a:rPr>
              <a:t>Assigned specific people</a:t>
            </a:r>
            <a:endParaRPr sz="2100">
              <a:solidFill>
                <a:schemeClr val="dk1"/>
              </a:solidFill>
            </a:endParaRPr>
          </a:p>
          <a:p>
            <a:pPr indent="-361950" lvl="1" marL="914400" rtl="0" algn="l">
              <a:lnSpc>
                <a:spcPct val="200000"/>
              </a:lnSpc>
              <a:spcBef>
                <a:spcPts val="0"/>
              </a:spcBef>
              <a:spcAft>
                <a:spcPts val="0"/>
              </a:spcAft>
              <a:buClr>
                <a:schemeClr val="dk1"/>
              </a:buClr>
              <a:buSzPts val="2100"/>
              <a:buChar char="○"/>
            </a:pPr>
            <a:r>
              <a:rPr lang="en" sz="2100">
                <a:solidFill>
                  <a:schemeClr val="dk1"/>
                </a:solidFill>
              </a:rPr>
              <a:t>Didn’t work</a:t>
            </a:r>
            <a:endParaRPr sz="2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7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rgbClr val="000000"/>
                </a:solidFill>
              </a:rPr>
              <a:t>Iterations 0 - 2</a:t>
            </a:r>
            <a:endParaRPr sz="2200">
              <a:solidFill>
                <a:srgbClr val="000000"/>
              </a:solidFill>
            </a:endParaRPr>
          </a:p>
          <a:p>
            <a:pPr indent="-368300" lvl="0" marL="457200" rtl="0" algn="l">
              <a:spcBef>
                <a:spcPts val="1200"/>
              </a:spcBef>
              <a:spcAft>
                <a:spcPts val="0"/>
              </a:spcAft>
              <a:buClr>
                <a:srgbClr val="000000"/>
              </a:buClr>
              <a:buSzPts val="2200"/>
              <a:buChar char="●"/>
            </a:pPr>
            <a:r>
              <a:rPr lang="en" sz="2200">
                <a:solidFill>
                  <a:srgbClr val="000000"/>
                </a:solidFill>
              </a:rPr>
              <a:t>Poor participation</a:t>
            </a:r>
            <a:endParaRPr sz="2200">
              <a:solidFill>
                <a:srgbClr val="000000"/>
              </a:solidFill>
            </a:endParaRPr>
          </a:p>
          <a:p>
            <a:pPr indent="-368300" lvl="0" marL="457200" rtl="0" algn="l">
              <a:spcBef>
                <a:spcPts val="0"/>
              </a:spcBef>
              <a:spcAft>
                <a:spcPts val="0"/>
              </a:spcAft>
              <a:buClr>
                <a:srgbClr val="000000"/>
              </a:buClr>
              <a:buSzPts val="2200"/>
              <a:buChar char="●"/>
            </a:pPr>
            <a:r>
              <a:rPr lang="en" sz="2200">
                <a:solidFill>
                  <a:srgbClr val="000000"/>
                </a:solidFill>
              </a:rPr>
              <a:t>Not much achieved</a:t>
            </a:r>
            <a:endParaRPr sz="2200">
              <a:solidFill>
                <a:srgbClr val="000000"/>
              </a:solidFill>
            </a:endParaRPr>
          </a:p>
          <a:p>
            <a:pPr indent="-368300" lvl="0" marL="457200" rtl="0" algn="l">
              <a:spcBef>
                <a:spcPts val="0"/>
              </a:spcBef>
              <a:spcAft>
                <a:spcPts val="0"/>
              </a:spcAft>
              <a:buClr>
                <a:srgbClr val="000000"/>
              </a:buClr>
              <a:buSzPts val="2200"/>
              <a:buChar char="●"/>
            </a:pPr>
            <a:r>
              <a:rPr lang="en" sz="2200">
                <a:solidFill>
                  <a:srgbClr val="000000"/>
                </a:solidFill>
              </a:rPr>
              <a:t>Long</a:t>
            </a:r>
            <a:endParaRPr sz="2200">
              <a:solidFill>
                <a:srgbClr val="000000"/>
              </a:solidFill>
            </a:endParaRPr>
          </a:p>
        </p:txBody>
      </p:sp>
      <p:sp>
        <p:nvSpPr>
          <p:cNvPr id="818" name="Google Shape;818;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Meetings</a:t>
            </a:r>
            <a:endParaRPr/>
          </a:p>
        </p:txBody>
      </p:sp>
      <p:sp>
        <p:nvSpPr>
          <p:cNvPr id="819" name="Google Shape;819;p7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rgbClr val="000000"/>
                </a:solidFill>
              </a:rPr>
              <a:t>Iteration 3</a:t>
            </a:r>
            <a:endParaRPr sz="2200">
              <a:solidFill>
                <a:srgbClr val="000000"/>
              </a:solidFill>
            </a:endParaRPr>
          </a:p>
          <a:p>
            <a:pPr indent="-368300" lvl="0" marL="457200" rtl="0" algn="l">
              <a:spcBef>
                <a:spcPts val="1200"/>
              </a:spcBef>
              <a:spcAft>
                <a:spcPts val="0"/>
              </a:spcAft>
              <a:buClr>
                <a:srgbClr val="000000"/>
              </a:buClr>
              <a:buSzPts val="2200"/>
              <a:buChar char="●"/>
            </a:pPr>
            <a:r>
              <a:rPr lang="en" sz="2200">
                <a:solidFill>
                  <a:srgbClr val="000000"/>
                </a:solidFill>
              </a:rPr>
              <a:t>Planned minute by minute</a:t>
            </a:r>
            <a:endParaRPr sz="2200">
              <a:solidFill>
                <a:srgbClr val="000000"/>
              </a:solidFill>
            </a:endParaRPr>
          </a:p>
          <a:p>
            <a:pPr indent="-368300" lvl="0" marL="457200" rtl="0" algn="l">
              <a:spcBef>
                <a:spcPts val="0"/>
              </a:spcBef>
              <a:spcAft>
                <a:spcPts val="0"/>
              </a:spcAft>
              <a:buClr>
                <a:srgbClr val="000000"/>
              </a:buClr>
              <a:buSzPts val="2200"/>
              <a:buChar char="●"/>
            </a:pPr>
            <a:r>
              <a:rPr lang="en" sz="2200">
                <a:solidFill>
                  <a:srgbClr val="000000"/>
                </a:solidFill>
              </a:rPr>
              <a:t>Circle back</a:t>
            </a:r>
            <a:endParaRPr sz="2200">
              <a:solidFill>
                <a:srgbClr val="000000"/>
              </a:solidFill>
            </a:endParaRPr>
          </a:p>
          <a:p>
            <a:pPr indent="-368300" lvl="0" marL="457200" rtl="0" algn="l">
              <a:spcBef>
                <a:spcPts val="0"/>
              </a:spcBef>
              <a:spcAft>
                <a:spcPts val="0"/>
              </a:spcAft>
              <a:buClr>
                <a:srgbClr val="000000"/>
              </a:buClr>
              <a:buSzPts val="2200"/>
              <a:buChar char="●"/>
            </a:pPr>
            <a:r>
              <a:rPr lang="en" sz="2200">
                <a:solidFill>
                  <a:srgbClr val="000000"/>
                </a:solidFill>
              </a:rPr>
              <a:t>Contributing</a:t>
            </a:r>
            <a:r>
              <a:rPr lang="en" sz="2200">
                <a:solidFill>
                  <a:srgbClr val="000000"/>
                </a:solidFill>
              </a:rPr>
              <a:t> by vote</a:t>
            </a:r>
            <a:endParaRPr sz="2200">
              <a:solidFill>
                <a:srgbClr val="000000"/>
              </a:solidFill>
            </a:endParaRPr>
          </a:p>
        </p:txBody>
      </p:sp>
      <p:pic>
        <p:nvPicPr>
          <p:cNvPr descr="a green check mark against a white background (Provided by Tenor)" id="820" name="Google Shape;820;p75"/>
          <p:cNvPicPr preferRelativeResize="0"/>
          <p:nvPr/>
        </p:nvPicPr>
        <p:blipFill>
          <a:blip r:embed="rId3">
            <a:alphaModFix/>
          </a:blip>
          <a:stretch>
            <a:fillRect/>
          </a:stretch>
        </p:blipFill>
        <p:spPr>
          <a:xfrm>
            <a:off x="5780763" y="3086450"/>
            <a:ext cx="2103181" cy="1731525"/>
          </a:xfrm>
          <a:prstGeom prst="rect">
            <a:avLst/>
          </a:prstGeom>
          <a:noFill/>
          <a:ln>
            <a:noFill/>
          </a:ln>
        </p:spPr>
      </p:pic>
      <p:pic>
        <p:nvPicPr>
          <p:cNvPr descr="a red cross on a white background that says x (Provided by Tenor)" id="821" name="Google Shape;821;p75"/>
          <p:cNvPicPr preferRelativeResize="0"/>
          <p:nvPr/>
        </p:nvPicPr>
        <p:blipFill>
          <a:blip r:embed="rId4">
            <a:alphaModFix/>
          </a:blip>
          <a:stretch>
            <a:fillRect/>
          </a:stretch>
        </p:blipFill>
        <p:spPr>
          <a:xfrm>
            <a:off x="858688" y="3086450"/>
            <a:ext cx="1731525" cy="1731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7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Requirements Analysis</a:t>
            </a:r>
            <a:endParaRPr/>
          </a:p>
        </p:txBody>
      </p:sp>
      <p:sp>
        <p:nvSpPr>
          <p:cNvPr id="827" name="Google Shape;827;p7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77"/>
          <p:cNvSpPr txBox="1"/>
          <p:nvPr>
            <p:ph type="ctrTitle"/>
          </p:nvPr>
        </p:nvSpPr>
        <p:spPr>
          <a:xfrm>
            <a:off x="748725" y="147850"/>
            <a:ext cx="7152300" cy="685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Requirements Management in Our Project</a:t>
            </a:r>
            <a:endParaRPr sz="3100"/>
          </a:p>
        </p:txBody>
      </p:sp>
      <p:sp>
        <p:nvSpPr>
          <p:cNvPr id="833" name="Google Shape;833;p77"/>
          <p:cNvSpPr txBox="1"/>
          <p:nvPr>
            <p:ph idx="1" type="subTitle"/>
          </p:nvPr>
        </p:nvSpPr>
        <p:spPr>
          <a:xfrm>
            <a:off x="236175" y="1085925"/>
            <a:ext cx="8503800" cy="34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How we managed requirements:</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Requirements tracked entirely in </a:t>
            </a:r>
            <a:r>
              <a:rPr b="1" lang="en" sz="1600">
                <a:solidFill>
                  <a:schemeClr val="dk1"/>
                </a:solidFill>
              </a:rPr>
              <a:t>Jira (KAN board)</a:t>
            </a:r>
            <a:br>
              <a:rPr b="1" lang="en" sz="1600">
                <a:solidFill>
                  <a:schemeClr val="dk1"/>
                </a:solidFill>
              </a:rPr>
            </a:br>
            <a:endParaRPr b="1"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Each feature created as a </a:t>
            </a:r>
            <a:r>
              <a:rPr b="1" lang="en" sz="1600">
                <a:solidFill>
                  <a:schemeClr val="dk1"/>
                </a:solidFill>
              </a:rPr>
              <a:t>user story</a:t>
            </a:r>
            <a:r>
              <a:rPr lang="en" sz="1600">
                <a:solidFill>
                  <a:schemeClr val="dk1"/>
                </a:solidFill>
              </a:rPr>
              <a:t> with subtasks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Requirements refined during </a:t>
            </a:r>
            <a:r>
              <a:rPr b="1" lang="en" sz="1600">
                <a:solidFill>
                  <a:schemeClr val="dk1"/>
                </a:solidFill>
              </a:rPr>
              <a:t>structured meetings</a:t>
            </a:r>
            <a:br>
              <a:rPr b="1" lang="en" sz="1600">
                <a:solidFill>
                  <a:schemeClr val="dk1"/>
                </a:solidFill>
              </a:rPr>
            </a:br>
            <a:endParaRPr b="1"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UI mockups (two versions) used to clarify functional expectations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Backend API &amp; DB schema drove technical requirements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Testing output fed back into requirement refinement</a:t>
            </a:r>
            <a:endParaRPr b="1" sz="23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78"/>
          <p:cNvSpPr txBox="1"/>
          <p:nvPr>
            <p:ph type="ctrTitle"/>
          </p:nvPr>
        </p:nvSpPr>
        <p:spPr>
          <a:xfrm>
            <a:off x="748725" y="147850"/>
            <a:ext cx="7152300" cy="68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00"/>
              <a:t>Requirements Tracking &amp; Traceability</a:t>
            </a:r>
            <a:endParaRPr sz="3100"/>
          </a:p>
        </p:txBody>
      </p:sp>
      <p:sp>
        <p:nvSpPr>
          <p:cNvPr id="839" name="Google Shape;839;p78"/>
          <p:cNvSpPr txBox="1"/>
          <p:nvPr>
            <p:ph idx="1" type="subTitle"/>
          </p:nvPr>
        </p:nvSpPr>
        <p:spPr>
          <a:xfrm>
            <a:off x="236175" y="1085925"/>
            <a:ext cx="8503800" cy="34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How we kept requirements traceable:</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lang="en" sz="1600">
                <a:solidFill>
                  <a:schemeClr val="dk1"/>
                </a:solidFill>
              </a:rPr>
              <a:t>Each Jira story mapped to:</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 feature branch</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 PR that referenced the Jira ticket</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Specific frontend components / backend routes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Corresponding test cases</a:t>
            </a:r>
            <a:endParaRPr sz="1600">
              <a:solidFill>
                <a:schemeClr val="dk1"/>
              </a:solidFill>
            </a:endParaRPr>
          </a:p>
        </p:txBody>
      </p:sp>
      <p:pic>
        <p:nvPicPr>
          <p:cNvPr id="840" name="Google Shape;840;p78"/>
          <p:cNvPicPr preferRelativeResize="0"/>
          <p:nvPr/>
        </p:nvPicPr>
        <p:blipFill>
          <a:blip r:embed="rId3">
            <a:alphaModFix/>
          </a:blip>
          <a:stretch>
            <a:fillRect/>
          </a:stretch>
        </p:blipFill>
        <p:spPr>
          <a:xfrm>
            <a:off x="5218173" y="1278975"/>
            <a:ext cx="3713274" cy="31055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79"/>
          <p:cNvSpPr txBox="1"/>
          <p:nvPr>
            <p:ph type="ctrTitle"/>
          </p:nvPr>
        </p:nvSpPr>
        <p:spPr>
          <a:xfrm>
            <a:off x="748725" y="147850"/>
            <a:ext cx="7152300" cy="685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Requirements Changes Across Iterations</a:t>
            </a:r>
            <a:endParaRPr sz="3100"/>
          </a:p>
        </p:txBody>
      </p:sp>
      <p:sp>
        <p:nvSpPr>
          <p:cNvPr id="846" name="Google Shape;846;p79"/>
          <p:cNvSpPr txBox="1"/>
          <p:nvPr>
            <p:ph idx="1" type="subTitle"/>
          </p:nvPr>
        </p:nvSpPr>
        <p:spPr>
          <a:xfrm>
            <a:off x="236175" y="1085925"/>
            <a:ext cx="8503800" cy="34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Iterations 0–1: Slow progress, unclear responsibilities</a:t>
            </a:r>
            <a:endParaRPr b="1" sz="1800">
              <a:solidFill>
                <a:schemeClr val="dk1"/>
              </a:solidFill>
            </a:endParaRPr>
          </a:p>
          <a:p>
            <a:pPr indent="0" lvl="0" marL="0" rtl="0" algn="l">
              <a:spcBef>
                <a:spcPts val="0"/>
              </a:spcBef>
              <a:spcAft>
                <a:spcPts val="0"/>
              </a:spcAft>
              <a:buNone/>
            </a:pPr>
            <a:r>
              <a:rPr b="1" lang="en" sz="1800">
                <a:solidFill>
                  <a:schemeClr val="dk1"/>
                </a:solidFill>
              </a:rPr>
              <a:t>Iteration 2:</a:t>
            </a:r>
            <a:endParaRPr b="1" sz="1800">
              <a:solidFill>
                <a:schemeClr val="dk1"/>
              </a:solidFill>
            </a:endParaRPr>
          </a:p>
          <a:p>
            <a:pPr indent="-330200" lvl="0" marL="457200" rtl="0" algn="l">
              <a:spcBef>
                <a:spcPts val="0"/>
              </a:spcBef>
              <a:spcAft>
                <a:spcPts val="0"/>
              </a:spcAft>
              <a:buClr>
                <a:schemeClr val="dk1"/>
              </a:buClr>
              <a:buSzPts val="1600"/>
              <a:buChar char="●"/>
            </a:pPr>
            <a:r>
              <a:rPr lang="en" sz="1800">
                <a:solidFill>
                  <a:schemeClr val="dk1"/>
                </a:solidFill>
              </a:rPr>
              <a:t>Prioritized stories via group voting</a:t>
            </a:r>
            <a:endParaRPr sz="1800">
              <a:solidFill>
                <a:schemeClr val="dk1"/>
              </a:solidFill>
            </a:endParaRPr>
          </a:p>
          <a:p>
            <a:pPr indent="-330200" lvl="0" marL="457200" rtl="0" algn="l">
              <a:spcBef>
                <a:spcPts val="0"/>
              </a:spcBef>
              <a:spcAft>
                <a:spcPts val="0"/>
              </a:spcAft>
              <a:buClr>
                <a:schemeClr val="dk1"/>
              </a:buClr>
              <a:buSzPts val="1600"/>
              <a:buChar char="●"/>
            </a:pPr>
            <a:r>
              <a:rPr lang="en" sz="1800">
                <a:solidFill>
                  <a:schemeClr val="dk1"/>
                </a:solidFill>
              </a:rPr>
              <a:t>Requirements adjusted to fit time constraints</a:t>
            </a:r>
            <a:endParaRPr sz="1800">
              <a:solidFill>
                <a:schemeClr val="dk1"/>
              </a:solidFill>
            </a:endParaRPr>
          </a:p>
          <a:p>
            <a:pPr indent="0" lvl="0" marL="0" rtl="0" algn="l">
              <a:spcBef>
                <a:spcPts val="0"/>
              </a:spcBef>
              <a:spcAft>
                <a:spcPts val="0"/>
              </a:spcAft>
              <a:buNone/>
            </a:pPr>
            <a:r>
              <a:rPr b="1" lang="en" sz="1800">
                <a:solidFill>
                  <a:schemeClr val="dk1"/>
                </a:solidFill>
              </a:rPr>
              <a:t>Final iteration:</a:t>
            </a:r>
            <a:endParaRPr b="1" sz="1800">
              <a:solidFill>
                <a:schemeClr val="dk1"/>
              </a:solidFill>
            </a:endParaRPr>
          </a:p>
          <a:p>
            <a:pPr indent="-330200" lvl="0" marL="457200" rtl="0" algn="l">
              <a:spcBef>
                <a:spcPts val="0"/>
              </a:spcBef>
              <a:spcAft>
                <a:spcPts val="0"/>
              </a:spcAft>
              <a:buClr>
                <a:schemeClr val="dk1"/>
              </a:buClr>
              <a:buSzPts val="1600"/>
              <a:buChar char="●"/>
            </a:pPr>
            <a:r>
              <a:rPr lang="en" sz="1800">
                <a:solidFill>
                  <a:schemeClr val="dk1"/>
                </a:solidFill>
              </a:rPr>
              <a:t>Scope trimmed</a:t>
            </a:r>
            <a:endParaRPr sz="1800">
              <a:solidFill>
                <a:schemeClr val="dk1"/>
              </a:solidFill>
            </a:endParaRPr>
          </a:p>
          <a:p>
            <a:pPr indent="-330200" lvl="0" marL="457200" rtl="0" algn="l">
              <a:spcBef>
                <a:spcPts val="0"/>
              </a:spcBef>
              <a:spcAft>
                <a:spcPts val="0"/>
              </a:spcAft>
              <a:buClr>
                <a:schemeClr val="dk1"/>
              </a:buClr>
              <a:buSzPts val="1600"/>
              <a:buChar char="●"/>
            </a:pPr>
            <a:r>
              <a:rPr lang="en" sz="1800">
                <a:solidFill>
                  <a:schemeClr val="dk1"/>
                </a:solidFill>
              </a:rPr>
              <a:t>Focus on stability</a:t>
            </a:r>
            <a:endParaRPr sz="1800">
              <a:solidFill>
                <a:schemeClr val="dk1"/>
              </a:solidFill>
            </a:endParaRPr>
          </a:p>
          <a:p>
            <a:pPr indent="-330200" lvl="0" marL="457200" rtl="0" algn="l">
              <a:spcBef>
                <a:spcPts val="0"/>
              </a:spcBef>
              <a:spcAft>
                <a:spcPts val="0"/>
              </a:spcAft>
              <a:buClr>
                <a:schemeClr val="dk1"/>
              </a:buClr>
              <a:buSzPts val="1600"/>
              <a:buChar char="●"/>
            </a:pPr>
            <a:r>
              <a:rPr lang="en" sz="1800">
                <a:solidFill>
                  <a:schemeClr val="dk1"/>
                </a:solidFill>
              </a:rPr>
              <a:t>Only feasible features included in final build</a:t>
            </a:r>
            <a:endParaRPr sz="1600">
              <a:solidFill>
                <a:schemeClr val="dk1"/>
              </a:solidFill>
            </a:endParaRPr>
          </a:p>
        </p:txBody>
      </p:sp>
      <p:sp>
        <p:nvSpPr>
          <p:cNvPr id="847" name="Google Shape;847;p79"/>
          <p:cNvSpPr txBox="1"/>
          <p:nvPr/>
        </p:nvSpPr>
        <p:spPr>
          <a:xfrm>
            <a:off x="319925" y="3605375"/>
            <a:ext cx="8441400" cy="1230600"/>
          </a:xfrm>
          <a:prstGeom prst="rect">
            <a:avLst/>
          </a:prstGeom>
          <a:solidFill>
            <a:srgbClr val="F1C23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800">
              <a:solidFill>
                <a:schemeClr val="dk2"/>
              </a:solidFill>
            </a:endParaRPr>
          </a:p>
          <a:p>
            <a:pPr indent="0" lvl="0" marL="0" rtl="0" algn="ctr">
              <a:spcBef>
                <a:spcPts val="0"/>
              </a:spcBef>
              <a:spcAft>
                <a:spcPts val="0"/>
              </a:spcAft>
              <a:buNone/>
            </a:pPr>
            <a:r>
              <a:rPr b="1" lang="en" sz="1800">
                <a:solidFill>
                  <a:schemeClr val="dk2"/>
                </a:solidFill>
              </a:rPr>
              <a:t>Completed 75 Stories Over The Course Of All Iterations</a:t>
            </a:r>
            <a:endParaRPr b="1"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8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Visual / Frontend Design</a:t>
            </a:r>
            <a:endParaRPr/>
          </a:p>
        </p:txBody>
      </p:sp>
      <p:sp>
        <p:nvSpPr>
          <p:cNvPr id="853" name="Google Shape;853;p8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1"/>
          <p:cNvSpPr txBox="1"/>
          <p:nvPr>
            <p:ph type="ctrTitle"/>
          </p:nvPr>
        </p:nvSpPr>
        <p:spPr>
          <a:xfrm>
            <a:off x="311700" y="347475"/>
            <a:ext cx="8520600" cy="1202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first version</a:t>
            </a:r>
            <a:endParaRPr/>
          </a:p>
        </p:txBody>
      </p:sp>
      <p:sp>
        <p:nvSpPr>
          <p:cNvPr id="859" name="Google Shape;859;p8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60" name="Google Shape;860;p81" title="Website Login.png"/>
          <p:cNvPicPr preferRelativeResize="0"/>
          <p:nvPr/>
        </p:nvPicPr>
        <p:blipFill>
          <a:blip r:embed="rId3">
            <a:alphaModFix/>
          </a:blip>
          <a:stretch>
            <a:fillRect/>
          </a:stretch>
        </p:blipFill>
        <p:spPr>
          <a:xfrm>
            <a:off x="246002" y="1807575"/>
            <a:ext cx="2709875" cy="3090126"/>
          </a:xfrm>
          <a:prstGeom prst="rect">
            <a:avLst/>
          </a:prstGeom>
          <a:noFill/>
          <a:ln>
            <a:noFill/>
          </a:ln>
        </p:spPr>
      </p:pic>
      <p:pic>
        <p:nvPicPr>
          <p:cNvPr id="861" name="Google Shape;861;p81" title="Website.png"/>
          <p:cNvPicPr preferRelativeResize="0"/>
          <p:nvPr/>
        </p:nvPicPr>
        <p:blipFill>
          <a:blip r:embed="rId4">
            <a:alphaModFix/>
          </a:blip>
          <a:stretch>
            <a:fillRect/>
          </a:stretch>
        </p:blipFill>
        <p:spPr>
          <a:xfrm>
            <a:off x="6524175" y="2709524"/>
            <a:ext cx="2265125" cy="1407925"/>
          </a:xfrm>
          <a:prstGeom prst="rect">
            <a:avLst/>
          </a:prstGeom>
          <a:noFill/>
          <a:ln>
            <a:noFill/>
          </a:ln>
        </p:spPr>
      </p:pic>
      <p:pic>
        <p:nvPicPr>
          <p:cNvPr id="862" name="Google Shape;862;p81"/>
          <p:cNvPicPr preferRelativeResize="0"/>
          <p:nvPr/>
        </p:nvPicPr>
        <p:blipFill>
          <a:blip r:embed="rId5">
            <a:alphaModFix/>
          </a:blip>
          <a:stretch>
            <a:fillRect/>
          </a:stretch>
        </p:blipFill>
        <p:spPr>
          <a:xfrm>
            <a:off x="3726225" y="1973900"/>
            <a:ext cx="2027625" cy="2879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82"/>
          <p:cNvSpPr txBox="1"/>
          <p:nvPr>
            <p:ph type="ctrTitle"/>
          </p:nvPr>
        </p:nvSpPr>
        <p:spPr>
          <a:xfrm>
            <a:off x="311700" y="310475"/>
            <a:ext cx="8520600" cy="1467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Background selection</a:t>
            </a:r>
            <a:endParaRPr/>
          </a:p>
        </p:txBody>
      </p:sp>
      <p:sp>
        <p:nvSpPr>
          <p:cNvPr id="868" name="Google Shape;868;p8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69" name="Google Shape;869;p82"/>
          <p:cNvPicPr preferRelativeResize="0"/>
          <p:nvPr/>
        </p:nvPicPr>
        <p:blipFill>
          <a:blip r:embed="rId3">
            <a:alphaModFix/>
          </a:blip>
          <a:stretch>
            <a:fillRect/>
          </a:stretch>
        </p:blipFill>
        <p:spPr>
          <a:xfrm>
            <a:off x="169170" y="1937050"/>
            <a:ext cx="2800975" cy="2941026"/>
          </a:xfrm>
          <a:prstGeom prst="rect">
            <a:avLst/>
          </a:prstGeom>
          <a:noFill/>
          <a:ln>
            <a:noFill/>
          </a:ln>
        </p:spPr>
      </p:pic>
      <p:pic>
        <p:nvPicPr>
          <p:cNvPr id="870" name="Google Shape;870;p82"/>
          <p:cNvPicPr preferRelativeResize="0"/>
          <p:nvPr/>
        </p:nvPicPr>
        <p:blipFill>
          <a:blip r:embed="rId4">
            <a:alphaModFix/>
          </a:blip>
          <a:stretch>
            <a:fillRect/>
          </a:stretch>
        </p:blipFill>
        <p:spPr>
          <a:xfrm>
            <a:off x="2897875" y="1896025"/>
            <a:ext cx="2503900" cy="3062375"/>
          </a:xfrm>
          <a:prstGeom prst="rect">
            <a:avLst/>
          </a:prstGeom>
          <a:noFill/>
          <a:ln>
            <a:noFill/>
          </a:ln>
        </p:spPr>
      </p:pic>
      <p:pic>
        <p:nvPicPr>
          <p:cNvPr id="871" name="Google Shape;871;p82"/>
          <p:cNvPicPr preferRelativeResize="0"/>
          <p:nvPr/>
        </p:nvPicPr>
        <p:blipFill>
          <a:blip r:embed="rId5">
            <a:alphaModFix/>
          </a:blip>
          <a:stretch>
            <a:fillRect/>
          </a:stretch>
        </p:blipFill>
        <p:spPr>
          <a:xfrm>
            <a:off x="5401775" y="2110150"/>
            <a:ext cx="3742224" cy="28880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83"/>
          <p:cNvSpPr txBox="1"/>
          <p:nvPr>
            <p:ph type="ctrTitle"/>
          </p:nvPr>
        </p:nvSpPr>
        <p:spPr>
          <a:xfrm>
            <a:off x="1707450" y="496350"/>
            <a:ext cx="5729100" cy="79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Final version</a:t>
            </a:r>
            <a:endParaRPr/>
          </a:p>
        </p:txBody>
      </p:sp>
      <p:sp>
        <p:nvSpPr>
          <p:cNvPr id="877" name="Google Shape;877;p8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78" name="Google Shape;878;p83"/>
          <p:cNvPicPr preferRelativeResize="0"/>
          <p:nvPr/>
        </p:nvPicPr>
        <p:blipFill>
          <a:blip r:embed="rId3">
            <a:alphaModFix/>
          </a:blip>
          <a:stretch>
            <a:fillRect/>
          </a:stretch>
        </p:blipFill>
        <p:spPr>
          <a:xfrm>
            <a:off x="3714624" y="1457375"/>
            <a:ext cx="1714751" cy="36861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84"/>
          <p:cNvSpPr txBox="1"/>
          <p:nvPr>
            <p:ph type="ctrTitle"/>
          </p:nvPr>
        </p:nvSpPr>
        <p:spPr>
          <a:xfrm>
            <a:off x="311700" y="744575"/>
            <a:ext cx="8520600" cy="1247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81">
                <a:solidFill>
                  <a:srgbClr val="000000"/>
                </a:solidFill>
              </a:rPr>
              <a:t> </a:t>
            </a:r>
            <a:endParaRPr sz="445">
              <a:solidFill>
                <a:srgbClr val="000000"/>
              </a:solidFill>
            </a:endParaRPr>
          </a:p>
          <a:p>
            <a:pPr indent="0" lvl="0" marL="0" rtl="0" algn="l">
              <a:spcBef>
                <a:spcPts val="0"/>
              </a:spcBef>
              <a:spcAft>
                <a:spcPts val="0"/>
              </a:spcAft>
              <a:buNone/>
            </a:pPr>
            <a:r>
              <a:rPr lang="en" sz="381">
                <a:solidFill>
                  <a:srgbClr val="000000"/>
                </a:solidFill>
              </a:rPr>
              <a:t> </a:t>
            </a:r>
            <a:endParaRPr sz="445">
              <a:solidFill>
                <a:srgbClr val="000000"/>
              </a:solidFill>
            </a:endParaRPr>
          </a:p>
          <a:p>
            <a:pPr indent="0" lvl="0" marL="0" rtl="0" algn="l">
              <a:spcBef>
                <a:spcPts val="0"/>
              </a:spcBef>
              <a:spcAft>
                <a:spcPts val="0"/>
              </a:spcAft>
              <a:buNone/>
            </a:pPr>
            <a:r>
              <a:rPr lang="en" sz="381">
                <a:solidFill>
                  <a:srgbClr val="000000"/>
                </a:solidFill>
              </a:rPr>
              <a:t> </a:t>
            </a:r>
            <a:endParaRPr sz="445">
              <a:solidFill>
                <a:srgbClr val="000000"/>
              </a:solidFill>
            </a:endParaRPr>
          </a:p>
          <a:p>
            <a:pPr indent="0" lvl="0" marL="0" rtl="0" algn="l">
              <a:spcBef>
                <a:spcPts val="0"/>
              </a:spcBef>
              <a:spcAft>
                <a:spcPts val="0"/>
              </a:spcAft>
              <a:buNone/>
            </a:pPr>
            <a:r>
              <a:rPr lang="en" sz="381">
                <a:solidFill>
                  <a:srgbClr val="000000"/>
                </a:solidFill>
              </a:rPr>
              <a:t> </a:t>
            </a:r>
            <a:endParaRPr sz="445">
              <a:solidFill>
                <a:srgbClr val="000000"/>
              </a:solidFill>
            </a:endParaRPr>
          </a:p>
          <a:p>
            <a:pPr indent="0" lvl="0" marL="0" rtl="0" algn="ctr">
              <a:spcBef>
                <a:spcPts val="0"/>
              </a:spcBef>
              <a:spcAft>
                <a:spcPts val="0"/>
              </a:spcAft>
              <a:buNone/>
            </a:pPr>
            <a:r>
              <a:rPr lang="en"/>
              <a:t>Production process</a:t>
            </a:r>
            <a:endParaRPr/>
          </a:p>
        </p:txBody>
      </p:sp>
      <p:pic>
        <p:nvPicPr>
          <p:cNvPr id="884" name="Google Shape;884;p84"/>
          <p:cNvPicPr preferRelativeResize="0"/>
          <p:nvPr/>
        </p:nvPicPr>
        <p:blipFill>
          <a:blip r:embed="rId3">
            <a:alphaModFix/>
          </a:blip>
          <a:stretch>
            <a:fillRect/>
          </a:stretch>
        </p:blipFill>
        <p:spPr>
          <a:xfrm>
            <a:off x="7325625" y="2634662"/>
            <a:ext cx="1339400" cy="1191551"/>
          </a:xfrm>
          <a:prstGeom prst="rect">
            <a:avLst/>
          </a:prstGeom>
          <a:noFill/>
          <a:ln>
            <a:noFill/>
          </a:ln>
        </p:spPr>
      </p:pic>
      <p:pic>
        <p:nvPicPr>
          <p:cNvPr descr="Figma Icon | Figma" id="885" name="Google Shape;885;p84"/>
          <p:cNvPicPr preferRelativeResize="0"/>
          <p:nvPr/>
        </p:nvPicPr>
        <p:blipFill>
          <a:blip r:embed="rId4">
            <a:alphaModFix/>
          </a:blip>
          <a:stretch>
            <a:fillRect/>
          </a:stretch>
        </p:blipFill>
        <p:spPr>
          <a:xfrm>
            <a:off x="648675" y="2480268"/>
            <a:ext cx="1169700" cy="1500320"/>
          </a:xfrm>
          <a:prstGeom prst="rect">
            <a:avLst/>
          </a:prstGeom>
          <a:noFill/>
          <a:ln>
            <a:noFill/>
          </a:ln>
        </p:spPr>
      </p:pic>
      <p:pic>
        <p:nvPicPr>
          <p:cNvPr descr="Best Flutter Icons Collection for Stunning UI Design" id="886" name="Google Shape;886;p84"/>
          <p:cNvPicPr preferRelativeResize="0"/>
          <p:nvPr/>
        </p:nvPicPr>
        <p:blipFill>
          <a:blip r:embed="rId5">
            <a:alphaModFix/>
          </a:blip>
          <a:stretch>
            <a:fillRect/>
          </a:stretch>
        </p:blipFill>
        <p:spPr>
          <a:xfrm>
            <a:off x="3809550" y="2467975"/>
            <a:ext cx="1524900" cy="1524900"/>
          </a:xfrm>
          <a:prstGeom prst="rect">
            <a:avLst/>
          </a:prstGeom>
          <a:noFill/>
          <a:ln>
            <a:noFill/>
          </a:ln>
        </p:spPr>
      </p:pic>
      <p:sp>
        <p:nvSpPr>
          <p:cNvPr id="887" name="Google Shape;887;p84"/>
          <p:cNvSpPr txBox="1"/>
          <p:nvPr/>
        </p:nvSpPr>
        <p:spPr>
          <a:xfrm>
            <a:off x="710075" y="4321400"/>
            <a:ext cx="812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Figma						    Flutter							 React</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DF"/>
        </a:solidFill>
      </p:bgPr>
    </p:bg>
    <p:spTree>
      <p:nvGrpSpPr>
        <p:cNvPr id="891" name="Shape 891"/>
        <p:cNvGrpSpPr/>
        <p:nvPr/>
      </p:nvGrpSpPr>
      <p:grpSpPr>
        <a:xfrm>
          <a:off x="0" y="0"/>
          <a:ext cx="0" cy="0"/>
          <a:chOff x="0" y="0"/>
          <a:chExt cx="0" cy="0"/>
        </a:xfrm>
      </p:grpSpPr>
      <p:pic>
        <p:nvPicPr>
          <p:cNvPr id="892" name="Google Shape;892;p85"/>
          <p:cNvPicPr preferRelativeResize="0"/>
          <p:nvPr>
            <p:ph idx="2" type="pic"/>
          </p:nvPr>
        </p:nvPicPr>
        <p:blipFill rotWithShape="1">
          <a:blip r:embed="rId3">
            <a:alphaModFix/>
          </a:blip>
          <a:srcRect b="3200" l="0" r="0" t="3210"/>
          <a:stretch/>
        </p:blipFill>
        <p:spPr>
          <a:xfrm>
            <a:off x="574650" y="1229050"/>
            <a:ext cx="3526200" cy="3300001"/>
          </a:xfrm>
          <a:prstGeom prst="rect">
            <a:avLst/>
          </a:prstGeom>
        </p:spPr>
      </p:pic>
      <p:sp>
        <p:nvSpPr>
          <p:cNvPr id="893" name="Google Shape;893;p85"/>
          <p:cNvSpPr txBox="1"/>
          <p:nvPr>
            <p:ph type="title"/>
          </p:nvPr>
        </p:nvSpPr>
        <p:spPr>
          <a:xfrm>
            <a:off x="574650" y="332975"/>
            <a:ext cx="3526200" cy="45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DA7013"/>
                </a:solidFill>
                <a:latin typeface="Arial"/>
                <a:ea typeface="Arial"/>
                <a:cs typeface="Arial"/>
                <a:sym typeface="Arial"/>
              </a:rPr>
              <a:t>Backend Design</a:t>
            </a:r>
            <a:endParaRPr>
              <a:solidFill>
                <a:srgbClr val="DA7013"/>
              </a:solidFill>
              <a:latin typeface="Arial"/>
              <a:ea typeface="Arial"/>
              <a:cs typeface="Arial"/>
              <a:sym typeface="Arial"/>
            </a:endParaRPr>
          </a:p>
        </p:txBody>
      </p:sp>
      <p:grpSp>
        <p:nvGrpSpPr>
          <p:cNvPr id="894" name="Google Shape;894;p85"/>
          <p:cNvGrpSpPr/>
          <p:nvPr/>
        </p:nvGrpSpPr>
        <p:grpSpPr>
          <a:xfrm>
            <a:off x="4671188" y="141463"/>
            <a:ext cx="4370125" cy="4749325"/>
            <a:chOff x="2386938" y="197075"/>
            <a:chExt cx="4370125" cy="4749325"/>
          </a:xfrm>
        </p:grpSpPr>
        <p:sp>
          <p:nvSpPr>
            <p:cNvPr id="895" name="Google Shape;895;p85"/>
            <p:cNvSpPr/>
            <p:nvPr/>
          </p:nvSpPr>
          <p:spPr>
            <a:xfrm>
              <a:off x="2696152" y="440145"/>
              <a:ext cx="953545" cy="979122"/>
            </a:xfrm>
            <a:custGeom>
              <a:rect b="b" l="l" r="r" t="t"/>
              <a:pathLst>
                <a:path extrusionOk="0" h="209550" w="204076">
                  <a:moveTo>
                    <a:pt x="73335" y="0"/>
                  </a:moveTo>
                  <a:lnTo>
                    <a:pt x="71300" y="70"/>
                  </a:lnTo>
                  <a:lnTo>
                    <a:pt x="69335" y="281"/>
                  </a:lnTo>
                  <a:lnTo>
                    <a:pt x="67370" y="632"/>
                  </a:lnTo>
                  <a:lnTo>
                    <a:pt x="65405" y="1053"/>
                  </a:lnTo>
                  <a:lnTo>
                    <a:pt x="63511" y="1684"/>
                  </a:lnTo>
                  <a:lnTo>
                    <a:pt x="61686" y="2316"/>
                  </a:lnTo>
                  <a:lnTo>
                    <a:pt x="59932" y="3158"/>
                  </a:lnTo>
                  <a:lnTo>
                    <a:pt x="58177" y="4070"/>
                  </a:lnTo>
                  <a:lnTo>
                    <a:pt x="56493" y="5123"/>
                  </a:lnTo>
                  <a:lnTo>
                    <a:pt x="54879" y="6246"/>
                  </a:lnTo>
                  <a:lnTo>
                    <a:pt x="53405" y="7509"/>
                  </a:lnTo>
                  <a:lnTo>
                    <a:pt x="51931" y="8842"/>
                  </a:lnTo>
                  <a:lnTo>
                    <a:pt x="50598" y="10316"/>
                  </a:lnTo>
                  <a:lnTo>
                    <a:pt x="49335" y="11860"/>
                  </a:lnTo>
                  <a:lnTo>
                    <a:pt x="48142" y="13474"/>
                  </a:lnTo>
                  <a:lnTo>
                    <a:pt x="47089" y="15229"/>
                  </a:lnTo>
                  <a:lnTo>
                    <a:pt x="4070" y="89617"/>
                  </a:lnTo>
                  <a:lnTo>
                    <a:pt x="3158" y="91441"/>
                  </a:lnTo>
                  <a:lnTo>
                    <a:pt x="2316" y="93266"/>
                  </a:lnTo>
                  <a:lnTo>
                    <a:pt x="1614" y="95091"/>
                  </a:lnTo>
                  <a:lnTo>
                    <a:pt x="1053" y="96985"/>
                  </a:lnTo>
                  <a:lnTo>
                    <a:pt x="632" y="98950"/>
                  </a:lnTo>
                  <a:lnTo>
                    <a:pt x="281" y="100845"/>
                  </a:lnTo>
                  <a:lnTo>
                    <a:pt x="70" y="102810"/>
                  </a:lnTo>
                  <a:lnTo>
                    <a:pt x="0" y="104775"/>
                  </a:lnTo>
                  <a:lnTo>
                    <a:pt x="70" y="106740"/>
                  </a:lnTo>
                  <a:lnTo>
                    <a:pt x="281" y="108705"/>
                  </a:lnTo>
                  <a:lnTo>
                    <a:pt x="632" y="110670"/>
                  </a:lnTo>
                  <a:lnTo>
                    <a:pt x="1053" y="112565"/>
                  </a:lnTo>
                  <a:lnTo>
                    <a:pt x="1614" y="114459"/>
                  </a:lnTo>
                  <a:lnTo>
                    <a:pt x="2316" y="116354"/>
                  </a:lnTo>
                  <a:lnTo>
                    <a:pt x="3158" y="118179"/>
                  </a:lnTo>
                  <a:lnTo>
                    <a:pt x="4070" y="120004"/>
                  </a:lnTo>
                  <a:lnTo>
                    <a:pt x="47089" y="194392"/>
                  </a:lnTo>
                  <a:lnTo>
                    <a:pt x="48142" y="196146"/>
                  </a:lnTo>
                  <a:lnTo>
                    <a:pt x="49335" y="197760"/>
                  </a:lnTo>
                  <a:lnTo>
                    <a:pt x="50598" y="199304"/>
                  </a:lnTo>
                  <a:lnTo>
                    <a:pt x="51931" y="200708"/>
                  </a:lnTo>
                  <a:lnTo>
                    <a:pt x="53405" y="202111"/>
                  </a:lnTo>
                  <a:lnTo>
                    <a:pt x="54879" y="203304"/>
                  </a:lnTo>
                  <a:lnTo>
                    <a:pt x="56493" y="204497"/>
                  </a:lnTo>
                  <a:lnTo>
                    <a:pt x="58177" y="205480"/>
                  </a:lnTo>
                  <a:lnTo>
                    <a:pt x="59932" y="206462"/>
                  </a:lnTo>
                  <a:lnTo>
                    <a:pt x="61686" y="207234"/>
                  </a:lnTo>
                  <a:lnTo>
                    <a:pt x="63511" y="207936"/>
                  </a:lnTo>
                  <a:lnTo>
                    <a:pt x="65405" y="208497"/>
                  </a:lnTo>
                  <a:lnTo>
                    <a:pt x="67370" y="208989"/>
                  </a:lnTo>
                  <a:lnTo>
                    <a:pt x="69335" y="209339"/>
                  </a:lnTo>
                  <a:lnTo>
                    <a:pt x="71300" y="209480"/>
                  </a:lnTo>
                  <a:lnTo>
                    <a:pt x="73335" y="209550"/>
                  </a:lnTo>
                  <a:lnTo>
                    <a:pt x="110249" y="209550"/>
                  </a:lnTo>
                  <a:lnTo>
                    <a:pt x="204076" y="47229"/>
                  </a:lnTo>
                  <a:lnTo>
                    <a:pt x="185549" y="15229"/>
                  </a:lnTo>
                  <a:lnTo>
                    <a:pt x="184497" y="13474"/>
                  </a:lnTo>
                  <a:lnTo>
                    <a:pt x="183303" y="11860"/>
                  </a:lnTo>
                  <a:lnTo>
                    <a:pt x="182040" y="10316"/>
                  </a:lnTo>
                  <a:lnTo>
                    <a:pt x="180707" y="8842"/>
                  </a:lnTo>
                  <a:lnTo>
                    <a:pt x="179233" y="7509"/>
                  </a:lnTo>
                  <a:lnTo>
                    <a:pt x="177759" y="6246"/>
                  </a:lnTo>
                  <a:lnTo>
                    <a:pt x="176145" y="5123"/>
                  </a:lnTo>
                  <a:lnTo>
                    <a:pt x="174461" y="4070"/>
                  </a:lnTo>
                  <a:lnTo>
                    <a:pt x="172707" y="3158"/>
                  </a:lnTo>
                  <a:lnTo>
                    <a:pt x="170952" y="2316"/>
                  </a:lnTo>
                  <a:lnTo>
                    <a:pt x="169128" y="1684"/>
                  </a:lnTo>
                  <a:lnTo>
                    <a:pt x="167233" y="1053"/>
                  </a:lnTo>
                  <a:lnTo>
                    <a:pt x="165268" y="632"/>
                  </a:lnTo>
                  <a:lnTo>
                    <a:pt x="163303" y="281"/>
                  </a:lnTo>
                  <a:lnTo>
                    <a:pt x="161338" y="70"/>
                  </a:lnTo>
                  <a:lnTo>
                    <a:pt x="15930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arker Grotesque"/>
                <a:ea typeface="Darker Grotesque"/>
                <a:cs typeface="Darker Grotesque"/>
                <a:sym typeface="Darker Grotesque"/>
              </a:endParaRPr>
            </a:p>
          </p:txBody>
        </p:sp>
        <p:sp>
          <p:nvSpPr>
            <p:cNvPr id="896" name="Google Shape;896;p85"/>
            <p:cNvSpPr txBox="1"/>
            <p:nvPr/>
          </p:nvSpPr>
          <p:spPr>
            <a:xfrm>
              <a:off x="2386938" y="197075"/>
              <a:ext cx="1008600" cy="1084800"/>
            </a:xfrm>
            <a:prstGeom prst="rect">
              <a:avLst/>
            </a:prstGeom>
            <a:noFill/>
            <a:ln>
              <a:noFill/>
            </a:ln>
          </p:spPr>
          <p:txBody>
            <a:bodyPr anchorCtr="0" anchor="t" bIns="0" lIns="27425" spcFirstLastPara="1" rIns="91425" wrap="square" tIns="91425">
              <a:noAutofit/>
            </a:bodyPr>
            <a:lstStyle/>
            <a:p>
              <a:pPr indent="0" lvl="0" marL="0" rtl="0" algn="l">
                <a:spcBef>
                  <a:spcPts val="0"/>
                </a:spcBef>
                <a:spcAft>
                  <a:spcPts val="0"/>
                </a:spcAft>
                <a:buNone/>
              </a:pPr>
              <a:r>
                <a:rPr lang="en" sz="7200">
                  <a:solidFill>
                    <a:srgbClr val="5E5E5E"/>
                  </a:solidFill>
                  <a:latin typeface="Darker Grotesque Medium"/>
                  <a:ea typeface="Darker Grotesque Medium"/>
                  <a:cs typeface="Darker Grotesque Medium"/>
                  <a:sym typeface="Darker Grotesque Medium"/>
                </a:rPr>
                <a:t>01</a:t>
              </a:r>
              <a:endParaRPr sz="7200">
                <a:solidFill>
                  <a:srgbClr val="5E5E5E"/>
                </a:solidFill>
                <a:latin typeface="Darker Grotesque Medium"/>
                <a:ea typeface="Darker Grotesque Medium"/>
                <a:cs typeface="Darker Grotesque Medium"/>
                <a:sym typeface="Darker Grotesque Medium"/>
              </a:endParaRPr>
            </a:p>
          </p:txBody>
        </p:sp>
        <p:sp>
          <p:nvSpPr>
            <p:cNvPr id="897" name="Google Shape;897;p85"/>
            <p:cNvSpPr txBox="1"/>
            <p:nvPr/>
          </p:nvSpPr>
          <p:spPr>
            <a:xfrm>
              <a:off x="3598189" y="768150"/>
              <a:ext cx="4128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66666"/>
                  </a:solidFill>
                  <a:latin typeface="Darker Grotesque"/>
                  <a:ea typeface="Darker Grotesque"/>
                  <a:cs typeface="Darker Grotesque"/>
                  <a:sym typeface="Darker Grotesque"/>
                </a:rPr>
                <a:t>ONE</a:t>
              </a:r>
              <a:endParaRPr b="1" sz="900">
                <a:solidFill>
                  <a:srgbClr val="666666"/>
                </a:solidFill>
                <a:latin typeface="Darker Grotesque"/>
                <a:ea typeface="Darker Grotesque"/>
                <a:cs typeface="Darker Grotesque"/>
                <a:sym typeface="Darker Grotesque"/>
              </a:endParaRPr>
            </a:p>
          </p:txBody>
        </p:sp>
        <p:cxnSp>
          <p:nvCxnSpPr>
            <p:cNvPr id="898" name="Google Shape;898;p85"/>
            <p:cNvCxnSpPr/>
            <p:nvPr/>
          </p:nvCxnSpPr>
          <p:spPr>
            <a:xfrm flipH="1" rot="10800000">
              <a:off x="3085375" y="295675"/>
              <a:ext cx="780000" cy="1350900"/>
            </a:xfrm>
            <a:prstGeom prst="straightConnector1">
              <a:avLst/>
            </a:prstGeom>
            <a:noFill/>
            <a:ln cap="flat" cmpd="sng" w="9525">
              <a:solidFill>
                <a:srgbClr val="3C4043"/>
              </a:solidFill>
              <a:prstDash val="solid"/>
              <a:round/>
              <a:headEnd len="med" w="med" type="none"/>
              <a:tailEnd len="med" w="med" type="none"/>
            </a:ln>
          </p:spPr>
        </p:cxnSp>
        <p:sp>
          <p:nvSpPr>
            <p:cNvPr id="899" name="Google Shape;899;p85"/>
            <p:cNvSpPr txBox="1"/>
            <p:nvPr/>
          </p:nvSpPr>
          <p:spPr>
            <a:xfrm>
              <a:off x="3277839" y="1205675"/>
              <a:ext cx="1359300" cy="351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200">
                  <a:solidFill>
                    <a:srgbClr val="5E5E5E"/>
                  </a:solidFill>
                  <a:latin typeface="Darker Grotesque SemiBold"/>
                  <a:ea typeface="Darker Grotesque SemiBold"/>
                  <a:cs typeface="Darker Grotesque SemiBold"/>
                  <a:sym typeface="Darker Grotesque SemiBold"/>
                </a:rPr>
                <a:t>Node.js + Express</a:t>
              </a:r>
              <a:endParaRPr sz="1200">
                <a:solidFill>
                  <a:srgbClr val="5E5E5E"/>
                </a:solidFill>
                <a:latin typeface="Darker Grotesque SemiBold"/>
                <a:ea typeface="Darker Grotesque SemiBold"/>
                <a:cs typeface="Darker Grotesque SemiBold"/>
                <a:sym typeface="Darker Grotesque SemiBold"/>
              </a:endParaRPr>
            </a:p>
          </p:txBody>
        </p:sp>
        <p:sp>
          <p:nvSpPr>
            <p:cNvPr id="900" name="Google Shape;900;p85"/>
            <p:cNvSpPr/>
            <p:nvPr/>
          </p:nvSpPr>
          <p:spPr>
            <a:xfrm>
              <a:off x="3628950" y="2071697"/>
              <a:ext cx="953518" cy="1149382"/>
            </a:xfrm>
            <a:custGeom>
              <a:rect b="b" l="l" r="r" t="t"/>
              <a:pathLst>
                <a:path extrusionOk="0" h="209550" w="173841">
                  <a:moveTo>
                    <a:pt x="143242" y="0"/>
                  </a:moveTo>
                  <a:lnTo>
                    <a:pt x="142139" y="58"/>
                  </a:lnTo>
                  <a:lnTo>
                    <a:pt x="141035" y="116"/>
                  </a:lnTo>
                  <a:lnTo>
                    <a:pt x="139932" y="232"/>
                  </a:lnTo>
                  <a:lnTo>
                    <a:pt x="138829" y="406"/>
                  </a:lnTo>
                  <a:lnTo>
                    <a:pt x="137726" y="639"/>
                  </a:lnTo>
                  <a:lnTo>
                    <a:pt x="136623" y="929"/>
                  </a:lnTo>
                  <a:lnTo>
                    <a:pt x="135519" y="1219"/>
                  </a:lnTo>
                  <a:lnTo>
                    <a:pt x="134474" y="1568"/>
                  </a:lnTo>
                  <a:lnTo>
                    <a:pt x="133371" y="1974"/>
                  </a:lnTo>
                  <a:lnTo>
                    <a:pt x="132326" y="2381"/>
                  </a:lnTo>
                  <a:lnTo>
                    <a:pt x="131223" y="2903"/>
                  </a:lnTo>
                  <a:lnTo>
                    <a:pt x="130178" y="3426"/>
                  </a:lnTo>
                  <a:lnTo>
                    <a:pt x="129132" y="4006"/>
                  </a:lnTo>
                  <a:lnTo>
                    <a:pt x="128145" y="4645"/>
                  </a:lnTo>
                  <a:lnTo>
                    <a:pt x="127100" y="5342"/>
                  </a:lnTo>
                  <a:lnTo>
                    <a:pt x="126113" y="6097"/>
                  </a:lnTo>
                  <a:lnTo>
                    <a:pt x="125126" y="6910"/>
                  </a:lnTo>
                  <a:lnTo>
                    <a:pt x="124139" y="7722"/>
                  </a:lnTo>
                  <a:lnTo>
                    <a:pt x="94933" y="34083"/>
                  </a:lnTo>
                  <a:lnTo>
                    <a:pt x="93772" y="35070"/>
                  </a:lnTo>
                  <a:lnTo>
                    <a:pt x="92553" y="35999"/>
                  </a:lnTo>
                  <a:lnTo>
                    <a:pt x="91333" y="36812"/>
                  </a:lnTo>
                  <a:lnTo>
                    <a:pt x="90056" y="37625"/>
                  </a:lnTo>
                  <a:lnTo>
                    <a:pt x="88720" y="38322"/>
                  </a:lnTo>
                  <a:lnTo>
                    <a:pt x="87385" y="38960"/>
                  </a:lnTo>
                  <a:lnTo>
                    <a:pt x="85991" y="39483"/>
                  </a:lnTo>
                  <a:lnTo>
                    <a:pt x="84540" y="40006"/>
                  </a:lnTo>
                  <a:lnTo>
                    <a:pt x="83088" y="40412"/>
                  </a:lnTo>
                  <a:lnTo>
                    <a:pt x="81637" y="40702"/>
                  </a:lnTo>
                  <a:lnTo>
                    <a:pt x="80185" y="40993"/>
                  </a:lnTo>
                  <a:lnTo>
                    <a:pt x="78676" y="41167"/>
                  </a:lnTo>
                  <a:lnTo>
                    <a:pt x="77166" y="41225"/>
                  </a:lnTo>
                  <a:lnTo>
                    <a:pt x="75656" y="41283"/>
                  </a:lnTo>
                  <a:lnTo>
                    <a:pt x="74147" y="41167"/>
                  </a:lnTo>
                  <a:lnTo>
                    <a:pt x="72637" y="41051"/>
                  </a:lnTo>
                  <a:lnTo>
                    <a:pt x="33619" y="35999"/>
                  </a:lnTo>
                  <a:lnTo>
                    <a:pt x="32341" y="35883"/>
                  </a:lnTo>
                  <a:lnTo>
                    <a:pt x="31064" y="35767"/>
                  </a:lnTo>
                  <a:lnTo>
                    <a:pt x="28625" y="35767"/>
                  </a:lnTo>
                  <a:lnTo>
                    <a:pt x="27406" y="35825"/>
                  </a:lnTo>
                  <a:lnTo>
                    <a:pt x="26245" y="35941"/>
                  </a:lnTo>
                  <a:lnTo>
                    <a:pt x="25025" y="36057"/>
                  </a:lnTo>
                  <a:lnTo>
                    <a:pt x="23922" y="36289"/>
                  </a:lnTo>
                  <a:lnTo>
                    <a:pt x="22761" y="36522"/>
                  </a:lnTo>
                  <a:lnTo>
                    <a:pt x="21658" y="36812"/>
                  </a:lnTo>
                  <a:lnTo>
                    <a:pt x="20554" y="37102"/>
                  </a:lnTo>
                  <a:lnTo>
                    <a:pt x="19509" y="37509"/>
                  </a:lnTo>
                  <a:lnTo>
                    <a:pt x="18464" y="37915"/>
                  </a:lnTo>
                  <a:lnTo>
                    <a:pt x="17419" y="38380"/>
                  </a:lnTo>
                  <a:lnTo>
                    <a:pt x="16432" y="38844"/>
                  </a:lnTo>
                  <a:lnTo>
                    <a:pt x="15445" y="39367"/>
                  </a:lnTo>
                  <a:lnTo>
                    <a:pt x="14458" y="39889"/>
                  </a:lnTo>
                  <a:lnTo>
                    <a:pt x="13529" y="40470"/>
                  </a:lnTo>
                  <a:lnTo>
                    <a:pt x="12658" y="41109"/>
                  </a:lnTo>
                  <a:lnTo>
                    <a:pt x="11787" y="41747"/>
                  </a:lnTo>
                  <a:lnTo>
                    <a:pt x="10916" y="42444"/>
                  </a:lnTo>
                  <a:lnTo>
                    <a:pt x="10103" y="43141"/>
                  </a:lnTo>
                  <a:lnTo>
                    <a:pt x="9290" y="43896"/>
                  </a:lnTo>
                  <a:lnTo>
                    <a:pt x="8535" y="44709"/>
                  </a:lnTo>
                  <a:lnTo>
                    <a:pt x="7780" y="45463"/>
                  </a:lnTo>
                  <a:lnTo>
                    <a:pt x="7084" y="46276"/>
                  </a:lnTo>
                  <a:lnTo>
                    <a:pt x="6387" y="47147"/>
                  </a:lnTo>
                  <a:lnTo>
                    <a:pt x="5748" y="48018"/>
                  </a:lnTo>
                  <a:lnTo>
                    <a:pt x="5168" y="48889"/>
                  </a:lnTo>
                  <a:lnTo>
                    <a:pt x="4587" y="49818"/>
                  </a:lnTo>
                  <a:lnTo>
                    <a:pt x="4006" y="50747"/>
                  </a:lnTo>
                  <a:lnTo>
                    <a:pt x="3484" y="51676"/>
                  </a:lnTo>
                  <a:lnTo>
                    <a:pt x="3019" y="52663"/>
                  </a:lnTo>
                  <a:lnTo>
                    <a:pt x="2555" y="53650"/>
                  </a:lnTo>
                  <a:lnTo>
                    <a:pt x="2148" y="54637"/>
                  </a:lnTo>
                  <a:lnTo>
                    <a:pt x="1742" y="55683"/>
                  </a:lnTo>
                  <a:lnTo>
                    <a:pt x="1394" y="56670"/>
                  </a:lnTo>
                  <a:lnTo>
                    <a:pt x="1103" y="57715"/>
                  </a:lnTo>
                  <a:lnTo>
                    <a:pt x="813" y="58760"/>
                  </a:lnTo>
                  <a:lnTo>
                    <a:pt x="581" y="59805"/>
                  </a:lnTo>
                  <a:lnTo>
                    <a:pt x="406" y="60908"/>
                  </a:lnTo>
                  <a:lnTo>
                    <a:pt x="232" y="61953"/>
                  </a:lnTo>
                  <a:lnTo>
                    <a:pt x="116" y="63057"/>
                  </a:lnTo>
                  <a:lnTo>
                    <a:pt x="58" y="64160"/>
                  </a:lnTo>
                  <a:lnTo>
                    <a:pt x="0" y="65263"/>
                  </a:lnTo>
                  <a:lnTo>
                    <a:pt x="0" y="66366"/>
                  </a:lnTo>
                  <a:lnTo>
                    <a:pt x="58" y="67411"/>
                  </a:lnTo>
                  <a:lnTo>
                    <a:pt x="174" y="68515"/>
                  </a:lnTo>
                  <a:lnTo>
                    <a:pt x="290" y="69618"/>
                  </a:lnTo>
                  <a:lnTo>
                    <a:pt x="465" y="70721"/>
                  </a:lnTo>
                  <a:lnTo>
                    <a:pt x="639" y="71824"/>
                  </a:lnTo>
                  <a:lnTo>
                    <a:pt x="929" y="72927"/>
                  </a:lnTo>
                  <a:lnTo>
                    <a:pt x="1219" y="74031"/>
                  </a:lnTo>
                  <a:lnTo>
                    <a:pt x="1568" y="75076"/>
                  </a:lnTo>
                  <a:lnTo>
                    <a:pt x="1974" y="76179"/>
                  </a:lnTo>
                  <a:lnTo>
                    <a:pt x="2439" y="77224"/>
                  </a:lnTo>
                  <a:lnTo>
                    <a:pt x="2903" y="78327"/>
                  </a:lnTo>
                  <a:lnTo>
                    <a:pt x="3484" y="79372"/>
                  </a:lnTo>
                  <a:lnTo>
                    <a:pt x="4064" y="80418"/>
                  </a:lnTo>
                  <a:lnTo>
                    <a:pt x="4703" y="81405"/>
                  </a:lnTo>
                  <a:lnTo>
                    <a:pt x="5400" y="82450"/>
                  </a:lnTo>
                  <a:lnTo>
                    <a:pt x="6097" y="83437"/>
                  </a:lnTo>
                  <a:lnTo>
                    <a:pt x="6910" y="84424"/>
                  </a:lnTo>
                  <a:lnTo>
                    <a:pt x="7722" y="85411"/>
                  </a:lnTo>
                  <a:lnTo>
                    <a:pt x="34083" y="114617"/>
                  </a:lnTo>
                  <a:lnTo>
                    <a:pt x="35070" y="115778"/>
                  </a:lnTo>
                  <a:lnTo>
                    <a:pt x="35999" y="116997"/>
                  </a:lnTo>
                  <a:lnTo>
                    <a:pt x="36870" y="118217"/>
                  </a:lnTo>
                  <a:lnTo>
                    <a:pt x="37625" y="119494"/>
                  </a:lnTo>
                  <a:lnTo>
                    <a:pt x="38322" y="120829"/>
                  </a:lnTo>
                  <a:lnTo>
                    <a:pt x="38960" y="122223"/>
                  </a:lnTo>
                  <a:lnTo>
                    <a:pt x="39541" y="123558"/>
                  </a:lnTo>
                  <a:lnTo>
                    <a:pt x="40005" y="125010"/>
                  </a:lnTo>
                  <a:lnTo>
                    <a:pt x="40412" y="126462"/>
                  </a:lnTo>
                  <a:lnTo>
                    <a:pt x="40760" y="127913"/>
                  </a:lnTo>
                  <a:lnTo>
                    <a:pt x="40993" y="129365"/>
                  </a:lnTo>
                  <a:lnTo>
                    <a:pt x="41167" y="130874"/>
                  </a:lnTo>
                  <a:lnTo>
                    <a:pt x="41283" y="132384"/>
                  </a:lnTo>
                  <a:lnTo>
                    <a:pt x="41283" y="133894"/>
                  </a:lnTo>
                  <a:lnTo>
                    <a:pt x="41225" y="135403"/>
                  </a:lnTo>
                  <a:lnTo>
                    <a:pt x="41051" y="136913"/>
                  </a:lnTo>
                  <a:lnTo>
                    <a:pt x="36057" y="175931"/>
                  </a:lnTo>
                  <a:lnTo>
                    <a:pt x="35883" y="177209"/>
                  </a:lnTo>
                  <a:lnTo>
                    <a:pt x="35825" y="178486"/>
                  </a:lnTo>
                  <a:lnTo>
                    <a:pt x="35767" y="179706"/>
                  </a:lnTo>
                  <a:lnTo>
                    <a:pt x="35767" y="180925"/>
                  </a:lnTo>
                  <a:lnTo>
                    <a:pt x="35825" y="182144"/>
                  </a:lnTo>
                  <a:lnTo>
                    <a:pt x="35941" y="183305"/>
                  </a:lnTo>
                  <a:lnTo>
                    <a:pt x="36115" y="184525"/>
                  </a:lnTo>
                  <a:lnTo>
                    <a:pt x="36289" y="185686"/>
                  </a:lnTo>
                  <a:lnTo>
                    <a:pt x="36522" y="186789"/>
                  </a:lnTo>
                  <a:lnTo>
                    <a:pt x="36812" y="187892"/>
                  </a:lnTo>
                  <a:lnTo>
                    <a:pt x="37160" y="188996"/>
                  </a:lnTo>
                  <a:lnTo>
                    <a:pt x="37509" y="190041"/>
                  </a:lnTo>
                  <a:lnTo>
                    <a:pt x="37915" y="191086"/>
                  </a:lnTo>
                  <a:lnTo>
                    <a:pt x="38380" y="192131"/>
                  </a:lnTo>
                  <a:lnTo>
                    <a:pt x="38844" y="193118"/>
                  </a:lnTo>
                  <a:lnTo>
                    <a:pt x="39367" y="194105"/>
                  </a:lnTo>
                  <a:lnTo>
                    <a:pt x="39947" y="195092"/>
                  </a:lnTo>
                  <a:lnTo>
                    <a:pt x="40528" y="196021"/>
                  </a:lnTo>
                  <a:lnTo>
                    <a:pt x="41167" y="196892"/>
                  </a:lnTo>
                  <a:lnTo>
                    <a:pt x="41805" y="197763"/>
                  </a:lnTo>
                  <a:lnTo>
                    <a:pt x="42502" y="198634"/>
                  </a:lnTo>
                  <a:lnTo>
                    <a:pt x="43199" y="199447"/>
                  </a:lnTo>
                  <a:lnTo>
                    <a:pt x="43954" y="200260"/>
                  </a:lnTo>
                  <a:lnTo>
                    <a:pt x="44709" y="201015"/>
                  </a:lnTo>
                  <a:lnTo>
                    <a:pt x="45521" y="201770"/>
                  </a:lnTo>
                  <a:lnTo>
                    <a:pt x="46334" y="202466"/>
                  </a:lnTo>
                  <a:lnTo>
                    <a:pt x="47147" y="203163"/>
                  </a:lnTo>
                  <a:lnTo>
                    <a:pt x="48018" y="203802"/>
                  </a:lnTo>
                  <a:lnTo>
                    <a:pt x="48947" y="204382"/>
                  </a:lnTo>
                  <a:lnTo>
                    <a:pt x="49818" y="204963"/>
                  </a:lnTo>
                  <a:lnTo>
                    <a:pt x="50747" y="205544"/>
                  </a:lnTo>
                  <a:lnTo>
                    <a:pt x="51734" y="206066"/>
                  </a:lnTo>
                  <a:lnTo>
                    <a:pt x="52663" y="206531"/>
                  </a:lnTo>
                  <a:lnTo>
                    <a:pt x="53650" y="206995"/>
                  </a:lnTo>
                  <a:lnTo>
                    <a:pt x="54695" y="207402"/>
                  </a:lnTo>
                  <a:lnTo>
                    <a:pt x="55683" y="207808"/>
                  </a:lnTo>
                  <a:lnTo>
                    <a:pt x="56728" y="208156"/>
                  </a:lnTo>
                  <a:lnTo>
                    <a:pt x="57773" y="208447"/>
                  </a:lnTo>
                  <a:lnTo>
                    <a:pt x="58818" y="208737"/>
                  </a:lnTo>
                  <a:lnTo>
                    <a:pt x="59863" y="208969"/>
                  </a:lnTo>
                  <a:lnTo>
                    <a:pt x="60908" y="209144"/>
                  </a:lnTo>
                  <a:lnTo>
                    <a:pt x="62011" y="209318"/>
                  </a:lnTo>
                  <a:lnTo>
                    <a:pt x="63115" y="209434"/>
                  </a:lnTo>
                  <a:lnTo>
                    <a:pt x="64160" y="209492"/>
                  </a:lnTo>
                  <a:lnTo>
                    <a:pt x="65263" y="209550"/>
                  </a:lnTo>
                  <a:lnTo>
                    <a:pt x="66366" y="209550"/>
                  </a:lnTo>
                  <a:lnTo>
                    <a:pt x="67469" y="209492"/>
                  </a:lnTo>
                  <a:lnTo>
                    <a:pt x="68573" y="209434"/>
                  </a:lnTo>
                  <a:lnTo>
                    <a:pt x="69676" y="209260"/>
                  </a:lnTo>
                  <a:lnTo>
                    <a:pt x="70779" y="209086"/>
                  </a:lnTo>
                  <a:lnTo>
                    <a:pt x="71882" y="208911"/>
                  </a:lnTo>
                  <a:lnTo>
                    <a:pt x="72927" y="208621"/>
                  </a:lnTo>
                  <a:lnTo>
                    <a:pt x="74030" y="208331"/>
                  </a:lnTo>
                  <a:lnTo>
                    <a:pt x="75134" y="207982"/>
                  </a:lnTo>
                  <a:lnTo>
                    <a:pt x="76179" y="207576"/>
                  </a:lnTo>
                  <a:lnTo>
                    <a:pt x="77282" y="207111"/>
                  </a:lnTo>
                  <a:lnTo>
                    <a:pt x="78327" y="206647"/>
                  </a:lnTo>
                  <a:lnTo>
                    <a:pt x="79372" y="206066"/>
                  </a:lnTo>
                  <a:lnTo>
                    <a:pt x="80417" y="205486"/>
                  </a:lnTo>
                  <a:lnTo>
                    <a:pt x="81463" y="204847"/>
                  </a:lnTo>
                  <a:lnTo>
                    <a:pt x="82450" y="204150"/>
                  </a:lnTo>
                  <a:lnTo>
                    <a:pt x="83495" y="203453"/>
                  </a:lnTo>
                  <a:lnTo>
                    <a:pt x="84424" y="202640"/>
                  </a:lnTo>
                  <a:lnTo>
                    <a:pt x="85411" y="201828"/>
                  </a:lnTo>
                  <a:lnTo>
                    <a:pt x="92727" y="195266"/>
                  </a:lnTo>
                  <a:lnTo>
                    <a:pt x="169660" y="63928"/>
                  </a:lnTo>
                  <a:lnTo>
                    <a:pt x="173551" y="33619"/>
                  </a:lnTo>
                  <a:lnTo>
                    <a:pt x="173667" y="32341"/>
                  </a:lnTo>
                  <a:lnTo>
                    <a:pt x="173783" y="31064"/>
                  </a:lnTo>
                  <a:lnTo>
                    <a:pt x="173841" y="29844"/>
                  </a:lnTo>
                  <a:lnTo>
                    <a:pt x="173783" y="28625"/>
                  </a:lnTo>
                  <a:lnTo>
                    <a:pt x="173725" y="27406"/>
                  </a:lnTo>
                  <a:lnTo>
                    <a:pt x="173609" y="26186"/>
                  </a:lnTo>
                  <a:lnTo>
                    <a:pt x="173493" y="25025"/>
                  </a:lnTo>
                  <a:lnTo>
                    <a:pt x="173260" y="23864"/>
                  </a:lnTo>
                  <a:lnTo>
                    <a:pt x="173028" y="22761"/>
                  </a:lnTo>
                  <a:lnTo>
                    <a:pt x="172738" y="21600"/>
                  </a:lnTo>
                  <a:lnTo>
                    <a:pt x="172447" y="20554"/>
                  </a:lnTo>
                  <a:lnTo>
                    <a:pt x="172041" y="19451"/>
                  </a:lnTo>
                  <a:lnTo>
                    <a:pt x="171635" y="18406"/>
                  </a:lnTo>
                  <a:lnTo>
                    <a:pt x="171228" y="17419"/>
                  </a:lnTo>
                  <a:lnTo>
                    <a:pt x="170706" y="16374"/>
                  </a:lnTo>
                  <a:lnTo>
                    <a:pt x="170183" y="15387"/>
                  </a:lnTo>
                  <a:lnTo>
                    <a:pt x="169660" y="14458"/>
                  </a:lnTo>
                  <a:lnTo>
                    <a:pt x="169080" y="13529"/>
                  </a:lnTo>
                  <a:lnTo>
                    <a:pt x="168441" y="12600"/>
                  </a:lnTo>
                  <a:lnTo>
                    <a:pt x="167802" y="11729"/>
                  </a:lnTo>
                  <a:lnTo>
                    <a:pt x="167106" y="10916"/>
                  </a:lnTo>
                  <a:lnTo>
                    <a:pt x="166409" y="10103"/>
                  </a:lnTo>
                  <a:lnTo>
                    <a:pt x="165654" y="9290"/>
                  </a:lnTo>
                  <a:lnTo>
                    <a:pt x="164899" y="8535"/>
                  </a:lnTo>
                  <a:lnTo>
                    <a:pt x="164086" y="7780"/>
                  </a:lnTo>
                  <a:lnTo>
                    <a:pt x="163274" y="7084"/>
                  </a:lnTo>
                  <a:lnTo>
                    <a:pt x="162403" y="6387"/>
                  </a:lnTo>
                  <a:lnTo>
                    <a:pt x="161532" y="5748"/>
                  </a:lnTo>
                  <a:lnTo>
                    <a:pt x="160661" y="5110"/>
                  </a:lnTo>
                  <a:lnTo>
                    <a:pt x="159732" y="4529"/>
                  </a:lnTo>
                  <a:lnTo>
                    <a:pt x="158803" y="4006"/>
                  </a:lnTo>
                  <a:lnTo>
                    <a:pt x="157874" y="3484"/>
                  </a:lnTo>
                  <a:lnTo>
                    <a:pt x="156887" y="2961"/>
                  </a:lnTo>
                  <a:lnTo>
                    <a:pt x="155900" y="2555"/>
                  </a:lnTo>
                  <a:lnTo>
                    <a:pt x="154912" y="2090"/>
                  </a:lnTo>
                  <a:lnTo>
                    <a:pt x="153925" y="1742"/>
                  </a:lnTo>
                  <a:lnTo>
                    <a:pt x="152880" y="1394"/>
                  </a:lnTo>
                  <a:lnTo>
                    <a:pt x="151835" y="1103"/>
                  </a:lnTo>
                  <a:lnTo>
                    <a:pt x="150790" y="813"/>
                  </a:lnTo>
                  <a:lnTo>
                    <a:pt x="149745" y="581"/>
                  </a:lnTo>
                  <a:lnTo>
                    <a:pt x="148642" y="406"/>
                  </a:lnTo>
                  <a:lnTo>
                    <a:pt x="147596" y="232"/>
                  </a:lnTo>
                  <a:lnTo>
                    <a:pt x="146493" y="116"/>
                  </a:lnTo>
                  <a:lnTo>
                    <a:pt x="1453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arker Grotesque"/>
                <a:ea typeface="Darker Grotesque"/>
                <a:cs typeface="Darker Grotesque"/>
                <a:sym typeface="Darker Grotesque"/>
              </a:endParaRPr>
            </a:p>
          </p:txBody>
        </p:sp>
        <p:sp>
          <p:nvSpPr>
            <p:cNvPr id="901" name="Google Shape;901;p85"/>
            <p:cNvSpPr txBox="1"/>
            <p:nvPr/>
          </p:nvSpPr>
          <p:spPr>
            <a:xfrm>
              <a:off x="3330288" y="1896275"/>
              <a:ext cx="1038000" cy="1084800"/>
            </a:xfrm>
            <a:prstGeom prst="rect">
              <a:avLst/>
            </a:prstGeom>
            <a:noFill/>
            <a:ln>
              <a:noFill/>
            </a:ln>
          </p:spPr>
          <p:txBody>
            <a:bodyPr anchorCtr="0" anchor="t" bIns="0" lIns="27425" spcFirstLastPara="1" rIns="91425" wrap="square" tIns="91425">
              <a:noAutofit/>
            </a:bodyPr>
            <a:lstStyle/>
            <a:p>
              <a:pPr indent="0" lvl="0" marL="0" rtl="0" algn="l">
                <a:spcBef>
                  <a:spcPts val="0"/>
                </a:spcBef>
                <a:spcAft>
                  <a:spcPts val="0"/>
                </a:spcAft>
                <a:buNone/>
              </a:pPr>
              <a:r>
                <a:rPr lang="en" sz="7200">
                  <a:solidFill>
                    <a:srgbClr val="5E5E5E"/>
                  </a:solidFill>
                  <a:latin typeface="Darker Grotesque Medium"/>
                  <a:ea typeface="Darker Grotesque Medium"/>
                  <a:cs typeface="Darker Grotesque Medium"/>
                  <a:sym typeface="Darker Grotesque Medium"/>
                </a:rPr>
                <a:t>03</a:t>
              </a:r>
              <a:endParaRPr sz="7200">
                <a:solidFill>
                  <a:srgbClr val="5E5E5E"/>
                </a:solidFill>
                <a:latin typeface="Darker Grotesque Medium"/>
                <a:ea typeface="Darker Grotesque Medium"/>
                <a:cs typeface="Darker Grotesque Medium"/>
                <a:sym typeface="Darker Grotesque Medium"/>
              </a:endParaRPr>
            </a:p>
          </p:txBody>
        </p:sp>
        <p:sp>
          <p:nvSpPr>
            <p:cNvPr id="902" name="Google Shape;902;p85"/>
            <p:cNvSpPr txBox="1"/>
            <p:nvPr/>
          </p:nvSpPr>
          <p:spPr>
            <a:xfrm>
              <a:off x="4486492" y="2467350"/>
              <a:ext cx="5229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66666"/>
                  </a:solidFill>
                  <a:latin typeface="Darker Grotesque"/>
                  <a:ea typeface="Darker Grotesque"/>
                  <a:cs typeface="Darker Grotesque"/>
                  <a:sym typeface="Darker Grotesque"/>
                </a:rPr>
                <a:t>THREE</a:t>
              </a:r>
              <a:endParaRPr b="1" sz="900">
                <a:solidFill>
                  <a:srgbClr val="666666"/>
                </a:solidFill>
                <a:latin typeface="Darker Grotesque"/>
                <a:ea typeface="Darker Grotesque"/>
                <a:cs typeface="Darker Grotesque"/>
                <a:sym typeface="Darker Grotesque"/>
              </a:endParaRPr>
            </a:p>
          </p:txBody>
        </p:sp>
        <p:cxnSp>
          <p:nvCxnSpPr>
            <p:cNvPr id="903" name="Google Shape;903;p85"/>
            <p:cNvCxnSpPr/>
            <p:nvPr/>
          </p:nvCxnSpPr>
          <p:spPr>
            <a:xfrm flipH="1" rot="10800000">
              <a:off x="4028742" y="1994875"/>
              <a:ext cx="780000" cy="1350900"/>
            </a:xfrm>
            <a:prstGeom prst="straightConnector1">
              <a:avLst/>
            </a:prstGeom>
            <a:noFill/>
            <a:ln cap="flat" cmpd="sng" w="9525">
              <a:solidFill>
                <a:srgbClr val="3C4043"/>
              </a:solidFill>
              <a:prstDash val="solid"/>
              <a:round/>
              <a:headEnd len="med" w="med" type="none"/>
              <a:tailEnd len="med" w="med" type="none"/>
            </a:ln>
          </p:spPr>
        </p:cxnSp>
        <p:sp>
          <p:nvSpPr>
            <p:cNvPr id="904" name="Google Shape;904;p85"/>
            <p:cNvSpPr txBox="1"/>
            <p:nvPr/>
          </p:nvSpPr>
          <p:spPr>
            <a:xfrm>
              <a:off x="4221216" y="2904875"/>
              <a:ext cx="1568100" cy="351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200">
                  <a:solidFill>
                    <a:srgbClr val="5E5E5E"/>
                  </a:solidFill>
                  <a:latin typeface="Darker Grotesque SemiBold"/>
                  <a:ea typeface="Darker Grotesque SemiBold"/>
                  <a:cs typeface="Darker Grotesque SemiBold"/>
                  <a:sym typeface="Darker Grotesque SemiBold"/>
                </a:rPr>
                <a:t>Middleware-based System</a:t>
              </a:r>
              <a:endParaRPr sz="1200">
                <a:solidFill>
                  <a:srgbClr val="5E5E5E"/>
                </a:solidFill>
                <a:latin typeface="Darker Grotesque SemiBold"/>
                <a:ea typeface="Darker Grotesque SemiBold"/>
                <a:cs typeface="Darker Grotesque SemiBold"/>
                <a:sym typeface="Darker Grotesque SemiBold"/>
              </a:endParaRPr>
            </a:p>
          </p:txBody>
        </p:sp>
        <p:sp>
          <p:nvSpPr>
            <p:cNvPr id="905" name="Google Shape;905;p85"/>
            <p:cNvSpPr txBox="1"/>
            <p:nvPr/>
          </p:nvSpPr>
          <p:spPr>
            <a:xfrm>
              <a:off x="3277850" y="4505500"/>
              <a:ext cx="1568100" cy="351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200">
                  <a:solidFill>
                    <a:srgbClr val="5E5E5E"/>
                  </a:solidFill>
                  <a:latin typeface="Darker Grotesque SemiBold"/>
                  <a:ea typeface="Darker Grotesque SemiBold"/>
                  <a:cs typeface="Darker Grotesque SemiBold"/>
                  <a:sym typeface="Darker Grotesque SemiBold"/>
                </a:rPr>
                <a:t>RESTful API</a:t>
              </a:r>
              <a:endParaRPr sz="1200">
                <a:solidFill>
                  <a:srgbClr val="5E5E5E"/>
                </a:solidFill>
                <a:latin typeface="Darker Grotesque SemiBold"/>
                <a:ea typeface="Darker Grotesque SemiBold"/>
                <a:cs typeface="Darker Grotesque SemiBold"/>
                <a:sym typeface="Darker Grotesque SemiBold"/>
              </a:endParaRPr>
            </a:p>
          </p:txBody>
        </p:sp>
        <p:sp>
          <p:nvSpPr>
            <p:cNvPr id="906" name="Google Shape;906;p85"/>
            <p:cNvSpPr/>
            <p:nvPr/>
          </p:nvSpPr>
          <p:spPr>
            <a:xfrm>
              <a:off x="2641238" y="3758535"/>
              <a:ext cx="1008459" cy="1023652"/>
            </a:xfrm>
            <a:custGeom>
              <a:rect b="b" l="l" r="r" t="t"/>
              <a:pathLst>
                <a:path extrusionOk="0" h="209550" w="206440">
                  <a:moveTo>
                    <a:pt x="54750" y="0"/>
                  </a:moveTo>
                  <a:lnTo>
                    <a:pt x="51884" y="61"/>
                  </a:lnTo>
                  <a:lnTo>
                    <a:pt x="49141" y="305"/>
                  </a:lnTo>
                  <a:lnTo>
                    <a:pt x="46397" y="610"/>
                  </a:lnTo>
                  <a:lnTo>
                    <a:pt x="43715" y="1097"/>
                  </a:lnTo>
                  <a:lnTo>
                    <a:pt x="41032" y="1707"/>
                  </a:lnTo>
                  <a:lnTo>
                    <a:pt x="38471" y="2439"/>
                  </a:lnTo>
                  <a:lnTo>
                    <a:pt x="35911" y="3292"/>
                  </a:lnTo>
                  <a:lnTo>
                    <a:pt x="33411" y="4268"/>
                  </a:lnTo>
                  <a:lnTo>
                    <a:pt x="31033" y="5365"/>
                  </a:lnTo>
                  <a:lnTo>
                    <a:pt x="28655" y="6585"/>
                  </a:lnTo>
                  <a:lnTo>
                    <a:pt x="26338" y="7926"/>
                  </a:lnTo>
                  <a:lnTo>
                    <a:pt x="24144" y="9328"/>
                  </a:lnTo>
                  <a:lnTo>
                    <a:pt x="22010" y="10852"/>
                  </a:lnTo>
                  <a:lnTo>
                    <a:pt x="19937" y="12499"/>
                  </a:lnTo>
                  <a:lnTo>
                    <a:pt x="17925" y="14206"/>
                  </a:lnTo>
                  <a:lnTo>
                    <a:pt x="16035" y="16035"/>
                  </a:lnTo>
                  <a:lnTo>
                    <a:pt x="14206" y="17925"/>
                  </a:lnTo>
                  <a:lnTo>
                    <a:pt x="12499" y="19876"/>
                  </a:lnTo>
                  <a:lnTo>
                    <a:pt x="10913" y="21949"/>
                  </a:lnTo>
                  <a:lnTo>
                    <a:pt x="9389" y="24083"/>
                  </a:lnTo>
                  <a:lnTo>
                    <a:pt x="7926" y="26339"/>
                  </a:lnTo>
                  <a:lnTo>
                    <a:pt x="6646" y="28594"/>
                  </a:lnTo>
                  <a:lnTo>
                    <a:pt x="5426" y="30972"/>
                  </a:lnTo>
                  <a:lnTo>
                    <a:pt x="4329" y="33411"/>
                  </a:lnTo>
                  <a:lnTo>
                    <a:pt x="3353" y="35911"/>
                  </a:lnTo>
                  <a:lnTo>
                    <a:pt x="2500" y="38410"/>
                  </a:lnTo>
                  <a:lnTo>
                    <a:pt x="1768" y="41032"/>
                  </a:lnTo>
                  <a:lnTo>
                    <a:pt x="1158" y="43654"/>
                  </a:lnTo>
                  <a:lnTo>
                    <a:pt x="671" y="46336"/>
                  </a:lnTo>
                  <a:lnTo>
                    <a:pt x="305" y="49080"/>
                  </a:lnTo>
                  <a:lnTo>
                    <a:pt x="122" y="51885"/>
                  </a:lnTo>
                  <a:lnTo>
                    <a:pt x="0" y="54689"/>
                  </a:lnTo>
                  <a:lnTo>
                    <a:pt x="61" y="56762"/>
                  </a:lnTo>
                  <a:lnTo>
                    <a:pt x="183" y="58835"/>
                  </a:lnTo>
                  <a:lnTo>
                    <a:pt x="366" y="60908"/>
                  </a:lnTo>
                  <a:lnTo>
                    <a:pt x="671" y="62920"/>
                  </a:lnTo>
                  <a:lnTo>
                    <a:pt x="976" y="64932"/>
                  </a:lnTo>
                  <a:lnTo>
                    <a:pt x="1402" y="66883"/>
                  </a:lnTo>
                  <a:lnTo>
                    <a:pt x="1890" y="68834"/>
                  </a:lnTo>
                  <a:lnTo>
                    <a:pt x="2439" y="70785"/>
                  </a:lnTo>
                  <a:lnTo>
                    <a:pt x="3048" y="72675"/>
                  </a:lnTo>
                  <a:lnTo>
                    <a:pt x="3719" y="74504"/>
                  </a:lnTo>
                  <a:lnTo>
                    <a:pt x="4512" y="76333"/>
                  </a:lnTo>
                  <a:lnTo>
                    <a:pt x="5304" y="78162"/>
                  </a:lnTo>
                  <a:lnTo>
                    <a:pt x="6158" y="79930"/>
                  </a:lnTo>
                  <a:lnTo>
                    <a:pt x="7133" y="81637"/>
                  </a:lnTo>
                  <a:lnTo>
                    <a:pt x="8109" y="83344"/>
                  </a:lnTo>
                  <a:lnTo>
                    <a:pt x="9145" y="84991"/>
                  </a:lnTo>
                  <a:lnTo>
                    <a:pt x="10304" y="86576"/>
                  </a:lnTo>
                  <a:lnTo>
                    <a:pt x="11462" y="88100"/>
                  </a:lnTo>
                  <a:lnTo>
                    <a:pt x="12681" y="89624"/>
                  </a:lnTo>
                  <a:lnTo>
                    <a:pt x="13962" y="91148"/>
                  </a:lnTo>
                  <a:lnTo>
                    <a:pt x="15242" y="92551"/>
                  </a:lnTo>
                  <a:lnTo>
                    <a:pt x="16644" y="93953"/>
                  </a:lnTo>
                  <a:lnTo>
                    <a:pt x="18047" y="95233"/>
                  </a:lnTo>
                  <a:lnTo>
                    <a:pt x="19510" y="96514"/>
                  </a:lnTo>
                  <a:lnTo>
                    <a:pt x="21034" y="97794"/>
                  </a:lnTo>
                  <a:lnTo>
                    <a:pt x="22558" y="98952"/>
                  </a:lnTo>
                  <a:lnTo>
                    <a:pt x="24205" y="100050"/>
                  </a:lnTo>
                  <a:lnTo>
                    <a:pt x="25790" y="101147"/>
                  </a:lnTo>
                  <a:lnTo>
                    <a:pt x="27497" y="102123"/>
                  </a:lnTo>
                  <a:lnTo>
                    <a:pt x="29204" y="103098"/>
                  </a:lnTo>
                  <a:lnTo>
                    <a:pt x="30972" y="103952"/>
                  </a:lnTo>
                  <a:lnTo>
                    <a:pt x="32740" y="104805"/>
                  </a:lnTo>
                  <a:lnTo>
                    <a:pt x="30972" y="105598"/>
                  </a:lnTo>
                  <a:lnTo>
                    <a:pt x="29204" y="106513"/>
                  </a:lnTo>
                  <a:lnTo>
                    <a:pt x="27497" y="107427"/>
                  </a:lnTo>
                  <a:lnTo>
                    <a:pt x="25790" y="108464"/>
                  </a:lnTo>
                  <a:lnTo>
                    <a:pt x="24205" y="109500"/>
                  </a:lnTo>
                  <a:lnTo>
                    <a:pt x="22558" y="110658"/>
                  </a:lnTo>
                  <a:lnTo>
                    <a:pt x="21034" y="111817"/>
                  </a:lnTo>
                  <a:lnTo>
                    <a:pt x="19510" y="113036"/>
                  </a:lnTo>
                  <a:lnTo>
                    <a:pt x="18047" y="114317"/>
                  </a:lnTo>
                  <a:lnTo>
                    <a:pt x="16644" y="115658"/>
                  </a:lnTo>
                  <a:lnTo>
                    <a:pt x="15242" y="116999"/>
                  </a:lnTo>
                  <a:lnTo>
                    <a:pt x="13962" y="118463"/>
                  </a:lnTo>
                  <a:lnTo>
                    <a:pt x="12681" y="119926"/>
                  </a:lnTo>
                  <a:lnTo>
                    <a:pt x="11462" y="121450"/>
                  </a:lnTo>
                  <a:lnTo>
                    <a:pt x="10304" y="122974"/>
                  </a:lnTo>
                  <a:lnTo>
                    <a:pt x="9145" y="124620"/>
                  </a:lnTo>
                  <a:lnTo>
                    <a:pt x="8109" y="126267"/>
                  </a:lnTo>
                  <a:lnTo>
                    <a:pt x="7133" y="127913"/>
                  </a:lnTo>
                  <a:lnTo>
                    <a:pt x="6158" y="129681"/>
                  </a:lnTo>
                  <a:lnTo>
                    <a:pt x="5304" y="131449"/>
                  </a:lnTo>
                  <a:lnTo>
                    <a:pt x="4512" y="133217"/>
                  </a:lnTo>
                  <a:lnTo>
                    <a:pt x="3719" y="135046"/>
                  </a:lnTo>
                  <a:lnTo>
                    <a:pt x="3048" y="136875"/>
                  </a:lnTo>
                  <a:lnTo>
                    <a:pt x="2439" y="138765"/>
                  </a:lnTo>
                  <a:lnTo>
                    <a:pt x="1890" y="140716"/>
                  </a:lnTo>
                  <a:lnTo>
                    <a:pt x="1402" y="142667"/>
                  </a:lnTo>
                  <a:lnTo>
                    <a:pt x="976" y="144618"/>
                  </a:lnTo>
                  <a:lnTo>
                    <a:pt x="671" y="146630"/>
                  </a:lnTo>
                  <a:lnTo>
                    <a:pt x="366" y="148642"/>
                  </a:lnTo>
                  <a:lnTo>
                    <a:pt x="183" y="150715"/>
                  </a:lnTo>
                  <a:lnTo>
                    <a:pt x="61" y="152788"/>
                  </a:lnTo>
                  <a:lnTo>
                    <a:pt x="0" y="154861"/>
                  </a:lnTo>
                  <a:lnTo>
                    <a:pt x="122" y="157666"/>
                  </a:lnTo>
                  <a:lnTo>
                    <a:pt x="305" y="160470"/>
                  </a:lnTo>
                  <a:lnTo>
                    <a:pt x="671" y="163214"/>
                  </a:lnTo>
                  <a:lnTo>
                    <a:pt x="1158" y="165896"/>
                  </a:lnTo>
                  <a:lnTo>
                    <a:pt x="1768" y="168579"/>
                  </a:lnTo>
                  <a:lnTo>
                    <a:pt x="2500" y="171140"/>
                  </a:lnTo>
                  <a:lnTo>
                    <a:pt x="3353" y="173700"/>
                  </a:lnTo>
                  <a:lnTo>
                    <a:pt x="4329" y="176200"/>
                  </a:lnTo>
                  <a:lnTo>
                    <a:pt x="5426" y="178578"/>
                  </a:lnTo>
                  <a:lnTo>
                    <a:pt x="6646" y="180956"/>
                  </a:lnTo>
                  <a:lnTo>
                    <a:pt x="7926" y="183211"/>
                  </a:lnTo>
                  <a:lnTo>
                    <a:pt x="9389" y="185467"/>
                  </a:lnTo>
                  <a:lnTo>
                    <a:pt x="10913" y="187601"/>
                  </a:lnTo>
                  <a:lnTo>
                    <a:pt x="12499" y="189674"/>
                  </a:lnTo>
                  <a:lnTo>
                    <a:pt x="14206" y="191686"/>
                  </a:lnTo>
                  <a:lnTo>
                    <a:pt x="16035" y="193576"/>
                  </a:lnTo>
                  <a:lnTo>
                    <a:pt x="17925" y="195344"/>
                  </a:lnTo>
                  <a:lnTo>
                    <a:pt x="19937" y="197112"/>
                  </a:lnTo>
                  <a:lnTo>
                    <a:pt x="22010" y="198698"/>
                  </a:lnTo>
                  <a:lnTo>
                    <a:pt x="24144" y="200222"/>
                  </a:lnTo>
                  <a:lnTo>
                    <a:pt x="26338" y="201685"/>
                  </a:lnTo>
                  <a:lnTo>
                    <a:pt x="28655" y="202965"/>
                  </a:lnTo>
                  <a:lnTo>
                    <a:pt x="31033" y="204185"/>
                  </a:lnTo>
                  <a:lnTo>
                    <a:pt x="33411" y="205282"/>
                  </a:lnTo>
                  <a:lnTo>
                    <a:pt x="35911" y="206258"/>
                  </a:lnTo>
                  <a:lnTo>
                    <a:pt x="38471" y="207111"/>
                  </a:lnTo>
                  <a:lnTo>
                    <a:pt x="41032" y="207843"/>
                  </a:lnTo>
                  <a:lnTo>
                    <a:pt x="43715" y="208453"/>
                  </a:lnTo>
                  <a:lnTo>
                    <a:pt x="46397" y="208940"/>
                  </a:lnTo>
                  <a:lnTo>
                    <a:pt x="49141" y="209306"/>
                  </a:lnTo>
                  <a:lnTo>
                    <a:pt x="51884" y="209489"/>
                  </a:lnTo>
                  <a:lnTo>
                    <a:pt x="54750" y="209550"/>
                  </a:lnTo>
                  <a:lnTo>
                    <a:pt x="56701" y="209550"/>
                  </a:lnTo>
                  <a:lnTo>
                    <a:pt x="58713" y="209428"/>
                  </a:lnTo>
                  <a:lnTo>
                    <a:pt x="60664" y="209245"/>
                  </a:lnTo>
                  <a:lnTo>
                    <a:pt x="62615" y="209001"/>
                  </a:lnTo>
                  <a:lnTo>
                    <a:pt x="64566" y="208696"/>
                  </a:lnTo>
                  <a:lnTo>
                    <a:pt x="66456" y="208331"/>
                  </a:lnTo>
                  <a:lnTo>
                    <a:pt x="68346" y="207843"/>
                  </a:lnTo>
                  <a:lnTo>
                    <a:pt x="70236" y="207355"/>
                  </a:lnTo>
                  <a:lnTo>
                    <a:pt x="72065" y="206745"/>
                  </a:lnTo>
                  <a:lnTo>
                    <a:pt x="73833" y="206136"/>
                  </a:lnTo>
                  <a:lnTo>
                    <a:pt x="75601" y="205465"/>
                  </a:lnTo>
                  <a:lnTo>
                    <a:pt x="77369" y="204672"/>
                  </a:lnTo>
                  <a:lnTo>
                    <a:pt x="79076" y="203880"/>
                  </a:lnTo>
                  <a:lnTo>
                    <a:pt x="80723" y="203026"/>
                  </a:lnTo>
                  <a:lnTo>
                    <a:pt x="82369" y="202051"/>
                  </a:lnTo>
                  <a:lnTo>
                    <a:pt x="83954" y="201075"/>
                  </a:lnTo>
                  <a:lnTo>
                    <a:pt x="85539" y="200039"/>
                  </a:lnTo>
                  <a:lnTo>
                    <a:pt x="87063" y="199002"/>
                  </a:lnTo>
                  <a:lnTo>
                    <a:pt x="88588" y="197844"/>
                  </a:lnTo>
                  <a:lnTo>
                    <a:pt x="89990" y="196686"/>
                  </a:lnTo>
                  <a:lnTo>
                    <a:pt x="91392" y="195405"/>
                  </a:lnTo>
                  <a:lnTo>
                    <a:pt x="92794" y="194125"/>
                  </a:lnTo>
                  <a:lnTo>
                    <a:pt x="94136" y="192845"/>
                  </a:lnTo>
                  <a:lnTo>
                    <a:pt x="95355" y="191442"/>
                  </a:lnTo>
                  <a:lnTo>
                    <a:pt x="96635" y="190040"/>
                  </a:lnTo>
                  <a:lnTo>
                    <a:pt x="97794" y="188577"/>
                  </a:lnTo>
                  <a:lnTo>
                    <a:pt x="98891" y="187113"/>
                  </a:lnTo>
                  <a:lnTo>
                    <a:pt x="99989" y="185589"/>
                  </a:lnTo>
                  <a:lnTo>
                    <a:pt x="101025" y="184004"/>
                  </a:lnTo>
                  <a:lnTo>
                    <a:pt x="102001" y="182358"/>
                  </a:lnTo>
                  <a:lnTo>
                    <a:pt x="102915" y="180712"/>
                  </a:lnTo>
                  <a:lnTo>
                    <a:pt x="103769" y="179066"/>
                  </a:lnTo>
                  <a:lnTo>
                    <a:pt x="105049" y="181504"/>
                  </a:lnTo>
                  <a:lnTo>
                    <a:pt x="106451" y="183821"/>
                  </a:lnTo>
                  <a:lnTo>
                    <a:pt x="107976" y="186138"/>
                  </a:lnTo>
                  <a:lnTo>
                    <a:pt x="109561" y="188272"/>
                  </a:lnTo>
                  <a:lnTo>
                    <a:pt x="111268" y="190406"/>
                  </a:lnTo>
                  <a:lnTo>
                    <a:pt x="113097" y="192418"/>
                  </a:lnTo>
                  <a:lnTo>
                    <a:pt x="114987" y="194369"/>
                  </a:lnTo>
                  <a:lnTo>
                    <a:pt x="116999" y="196198"/>
                  </a:lnTo>
                  <a:lnTo>
                    <a:pt x="206440" y="43593"/>
                  </a:lnTo>
                  <a:lnTo>
                    <a:pt x="205891" y="41276"/>
                  </a:lnTo>
                  <a:lnTo>
                    <a:pt x="205282" y="39020"/>
                  </a:lnTo>
                  <a:lnTo>
                    <a:pt x="204550" y="36764"/>
                  </a:lnTo>
                  <a:lnTo>
                    <a:pt x="203696" y="34569"/>
                  </a:lnTo>
                  <a:lnTo>
                    <a:pt x="202843" y="32435"/>
                  </a:lnTo>
                  <a:lnTo>
                    <a:pt x="201806" y="30302"/>
                  </a:lnTo>
                  <a:lnTo>
                    <a:pt x="200770" y="28290"/>
                  </a:lnTo>
                  <a:lnTo>
                    <a:pt x="199612" y="26278"/>
                  </a:lnTo>
                  <a:lnTo>
                    <a:pt x="198331" y="24327"/>
                  </a:lnTo>
                  <a:lnTo>
                    <a:pt x="197051" y="22437"/>
                  </a:lnTo>
                  <a:lnTo>
                    <a:pt x="195649" y="20607"/>
                  </a:lnTo>
                  <a:lnTo>
                    <a:pt x="194185" y="18839"/>
                  </a:lnTo>
                  <a:lnTo>
                    <a:pt x="192661" y="17132"/>
                  </a:lnTo>
                  <a:lnTo>
                    <a:pt x="191015" y="15547"/>
                  </a:lnTo>
                  <a:lnTo>
                    <a:pt x="189369" y="13962"/>
                  </a:lnTo>
                  <a:lnTo>
                    <a:pt x="187601" y="12438"/>
                  </a:lnTo>
                  <a:lnTo>
                    <a:pt x="185833" y="11035"/>
                  </a:lnTo>
                  <a:lnTo>
                    <a:pt x="183943" y="9694"/>
                  </a:lnTo>
                  <a:lnTo>
                    <a:pt x="182053" y="8414"/>
                  </a:lnTo>
                  <a:lnTo>
                    <a:pt x="180041" y="7255"/>
                  </a:lnTo>
                  <a:lnTo>
                    <a:pt x="178029" y="6097"/>
                  </a:lnTo>
                  <a:lnTo>
                    <a:pt x="175956" y="5121"/>
                  </a:lnTo>
                  <a:lnTo>
                    <a:pt x="173822" y="4146"/>
                  </a:lnTo>
                  <a:lnTo>
                    <a:pt x="171627" y="3292"/>
                  </a:lnTo>
                  <a:lnTo>
                    <a:pt x="169432" y="2561"/>
                  </a:lnTo>
                  <a:lnTo>
                    <a:pt x="167176" y="1890"/>
                  </a:lnTo>
                  <a:lnTo>
                    <a:pt x="164859" y="1341"/>
                  </a:lnTo>
                  <a:lnTo>
                    <a:pt x="162543" y="854"/>
                  </a:lnTo>
                  <a:lnTo>
                    <a:pt x="160165" y="488"/>
                  </a:lnTo>
                  <a:lnTo>
                    <a:pt x="157726" y="183"/>
                  </a:lnTo>
                  <a:lnTo>
                    <a:pt x="155287" y="61"/>
                  </a:lnTo>
                  <a:lnTo>
                    <a:pt x="152849" y="0"/>
                  </a:lnTo>
                  <a:lnTo>
                    <a:pt x="150837" y="61"/>
                  </a:lnTo>
                  <a:lnTo>
                    <a:pt x="148825" y="122"/>
                  </a:lnTo>
                  <a:lnTo>
                    <a:pt x="146874" y="305"/>
                  </a:lnTo>
                  <a:lnTo>
                    <a:pt x="144923" y="549"/>
                  </a:lnTo>
                  <a:lnTo>
                    <a:pt x="142972" y="854"/>
                  </a:lnTo>
                  <a:lnTo>
                    <a:pt x="141082" y="1280"/>
                  </a:lnTo>
                  <a:lnTo>
                    <a:pt x="139192" y="1707"/>
                  </a:lnTo>
                  <a:lnTo>
                    <a:pt x="137362" y="2195"/>
                  </a:lnTo>
                  <a:lnTo>
                    <a:pt x="135533" y="2805"/>
                  </a:lnTo>
                  <a:lnTo>
                    <a:pt x="133704" y="3414"/>
                  </a:lnTo>
                  <a:lnTo>
                    <a:pt x="131936" y="4146"/>
                  </a:lnTo>
                  <a:lnTo>
                    <a:pt x="130229" y="4878"/>
                  </a:lnTo>
                  <a:lnTo>
                    <a:pt x="128522" y="5670"/>
                  </a:lnTo>
                  <a:lnTo>
                    <a:pt x="126815" y="6585"/>
                  </a:lnTo>
                  <a:lnTo>
                    <a:pt x="125169" y="7499"/>
                  </a:lnTo>
                  <a:lnTo>
                    <a:pt x="123584" y="8475"/>
                  </a:lnTo>
                  <a:lnTo>
                    <a:pt x="121998" y="9511"/>
                  </a:lnTo>
                  <a:lnTo>
                    <a:pt x="120474" y="10609"/>
                  </a:lnTo>
                  <a:lnTo>
                    <a:pt x="119011" y="11706"/>
                  </a:lnTo>
                  <a:lnTo>
                    <a:pt x="117548" y="12925"/>
                  </a:lnTo>
                  <a:lnTo>
                    <a:pt x="116145" y="14145"/>
                  </a:lnTo>
                  <a:lnTo>
                    <a:pt x="114804" y="15425"/>
                  </a:lnTo>
                  <a:lnTo>
                    <a:pt x="113463" y="16766"/>
                  </a:lnTo>
                  <a:lnTo>
                    <a:pt x="112182" y="18108"/>
                  </a:lnTo>
                  <a:lnTo>
                    <a:pt x="110963" y="19510"/>
                  </a:lnTo>
                  <a:lnTo>
                    <a:pt x="109805" y="20973"/>
                  </a:lnTo>
                  <a:lnTo>
                    <a:pt x="108646" y="22498"/>
                  </a:lnTo>
                  <a:lnTo>
                    <a:pt x="107549" y="24022"/>
                  </a:lnTo>
                  <a:lnTo>
                    <a:pt x="106573" y="25607"/>
                  </a:lnTo>
                  <a:lnTo>
                    <a:pt x="105598" y="27192"/>
                  </a:lnTo>
                  <a:lnTo>
                    <a:pt x="104622" y="28838"/>
                  </a:lnTo>
                  <a:lnTo>
                    <a:pt x="103769" y="30484"/>
                  </a:lnTo>
                  <a:lnTo>
                    <a:pt x="102915" y="28838"/>
                  </a:lnTo>
                  <a:lnTo>
                    <a:pt x="102001" y="27192"/>
                  </a:lnTo>
                  <a:lnTo>
                    <a:pt x="101025" y="25607"/>
                  </a:lnTo>
                  <a:lnTo>
                    <a:pt x="99989" y="24022"/>
                  </a:lnTo>
                  <a:lnTo>
                    <a:pt x="98891" y="22498"/>
                  </a:lnTo>
                  <a:lnTo>
                    <a:pt x="97794" y="20973"/>
                  </a:lnTo>
                  <a:lnTo>
                    <a:pt x="96635" y="19510"/>
                  </a:lnTo>
                  <a:lnTo>
                    <a:pt x="95355" y="18108"/>
                  </a:lnTo>
                  <a:lnTo>
                    <a:pt x="94136" y="16766"/>
                  </a:lnTo>
                  <a:lnTo>
                    <a:pt x="92794" y="15425"/>
                  </a:lnTo>
                  <a:lnTo>
                    <a:pt x="91392" y="14145"/>
                  </a:lnTo>
                  <a:lnTo>
                    <a:pt x="89990" y="12925"/>
                  </a:lnTo>
                  <a:lnTo>
                    <a:pt x="88588" y="11706"/>
                  </a:lnTo>
                  <a:lnTo>
                    <a:pt x="87063" y="10609"/>
                  </a:lnTo>
                  <a:lnTo>
                    <a:pt x="85539" y="9511"/>
                  </a:lnTo>
                  <a:lnTo>
                    <a:pt x="83954" y="8475"/>
                  </a:lnTo>
                  <a:lnTo>
                    <a:pt x="82369" y="7499"/>
                  </a:lnTo>
                  <a:lnTo>
                    <a:pt x="80723" y="6585"/>
                  </a:lnTo>
                  <a:lnTo>
                    <a:pt x="79076" y="5670"/>
                  </a:lnTo>
                  <a:lnTo>
                    <a:pt x="77369" y="4878"/>
                  </a:lnTo>
                  <a:lnTo>
                    <a:pt x="75601" y="4146"/>
                  </a:lnTo>
                  <a:lnTo>
                    <a:pt x="73833" y="3414"/>
                  </a:lnTo>
                  <a:lnTo>
                    <a:pt x="72065" y="2805"/>
                  </a:lnTo>
                  <a:lnTo>
                    <a:pt x="70236" y="2195"/>
                  </a:lnTo>
                  <a:lnTo>
                    <a:pt x="68346" y="1707"/>
                  </a:lnTo>
                  <a:lnTo>
                    <a:pt x="66456" y="1280"/>
                  </a:lnTo>
                  <a:lnTo>
                    <a:pt x="64566" y="854"/>
                  </a:lnTo>
                  <a:lnTo>
                    <a:pt x="62615" y="549"/>
                  </a:lnTo>
                  <a:lnTo>
                    <a:pt x="60664" y="305"/>
                  </a:lnTo>
                  <a:lnTo>
                    <a:pt x="58713" y="122"/>
                  </a:lnTo>
                  <a:lnTo>
                    <a:pt x="56701" y="61"/>
                  </a:lnTo>
                  <a:lnTo>
                    <a:pt x="547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arker Grotesque"/>
                <a:ea typeface="Darker Grotesque"/>
                <a:cs typeface="Darker Grotesque"/>
                <a:sym typeface="Darker Grotesque"/>
              </a:endParaRPr>
            </a:p>
          </p:txBody>
        </p:sp>
        <p:sp>
          <p:nvSpPr>
            <p:cNvPr id="907" name="Google Shape;907;p85"/>
            <p:cNvSpPr txBox="1"/>
            <p:nvPr/>
          </p:nvSpPr>
          <p:spPr>
            <a:xfrm>
              <a:off x="2386938" y="3496900"/>
              <a:ext cx="1146300" cy="1084800"/>
            </a:xfrm>
            <a:prstGeom prst="rect">
              <a:avLst/>
            </a:prstGeom>
            <a:noFill/>
            <a:ln>
              <a:noFill/>
            </a:ln>
          </p:spPr>
          <p:txBody>
            <a:bodyPr anchorCtr="0" anchor="t" bIns="0" lIns="27425" spcFirstLastPara="1" rIns="91425" wrap="square" tIns="91425">
              <a:noAutofit/>
            </a:bodyPr>
            <a:lstStyle/>
            <a:p>
              <a:pPr indent="0" lvl="0" marL="0" rtl="0" algn="l">
                <a:spcBef>
                  <a:spcPts val="0"/>
                </a:spcBef>
                <a:spcAft>
                  <a:spcPts val="0"/>
                </a:spcAft>
                <a:buNone/>
              </a:pPr>
              <a:r>
                <a:rPr lang="en" sz="7200">
                  <a:solidFill>
                    <a:srgbClr val="5E5E5E"/>
                  </a:solidFill>
                  <a:latin typeface="Darker Grotesque Medium"/>
                  <a:ea typeface="Darker Grotesque Medium"/>
                  <a:cs typeface="Darker Grotesque Medium"/>
                  <a:sym typeface="Darker Grotesque Medium"/>
                </a:rPr>
                <a:t>04</a:t>
              </a:r>
              <a:endParaRPr sz="7200">
                <a:solidFill>
                  <a:srgbClr val="5E5E5E"/>
                </a:solidFill>
                <a:latin typeface="Darker Grotesque Medium"/>
                <a:ea typeface="Darker Grotesque Medium"/>
                <a:cs typeface="Darker Grotesque Medium"/>
                <a:sym typeface="Darker Grotesque Medium"/>
              </a:endParaRPr>
            </a:p>
          </p:txBody>
        </p:sp>
        <p:sp>
          <p:nvSpPr>
            <p:cNvPr id="908" name="Google Shape;908;p85"/>
            <p:cNvSpPr txBox="1"/>
            <p:nvPr/>
          </p:nvSpPr>
          <p:spPr>
            <a:xfrm>
              <a:off x="3543125" y="4067975"/>
              <a:ext cx="5229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66666"/>
                  </a:solidFill>
                  <a:latin typeface="Darker Grotesque"/>
                  <a:ea typeface="Darker Grotesque"/>
                  <a:cs typeface="Darker Grotesque"/>
                  <a:sym typeface="Darker Grotesque"/>
                </a:rPr>
                <a:t>FOUR</a:t>
              </a:r>
              <a:endParaRPr b="1" sz="900">
                <a:solidFill>
                  <a:srgbClr val="666666"/>
                </a:solidFill>
                <a:latin typeface="Darker Grotesque"/>
                <a:ea typeface="Darker Grotesque"/>
                <a:cs typeface="Darker Grotesque"/>
                <a:sym typeface="Darker Grotesque"/>
              </a:endParaRPr>
            </a:p>
          </p:txBody>
        </p:sp>
        <p:cxnSp>
          <p:nvCxnSpPr>
            <p:cNvPr id="909" name="Google Shape;909;p85"/>
            <p:cNvCxnSpPr/>
            <p:nvPr/>
          </p:nvCxnSpPr>
          <p:spPr>
            <a:xfrm flipH="1" rot="10800000">
              <a:off x="3085375" y="3595500"/>
              <a:ext cx="780000" cy="1350900"/>
            </a:xfrm>
            <a:prstGeom prst="straightConnector1">
              <a:avLst/>
            </a:prstGeom>
            <a:noFill/>
            <a:ln cap="flat" cmpd="sng" w="9525">
              <a:solidFill>
                <a:srgbClr val="3C4043"/>
              </a:solidFill>
              <a:prstDash val="solid"/>
              <a:round/>
              <a:headEnd len="med" w="med" type="none"/>
              <a:tailEnd len="med" w="med" type="none"/>
            </a:ln>
          </p:spPr>
        </p:cxnSp>
        <p:sp>
          <p:nvSpPr>
            <p:cNvPr id="910" name="Google Shape;910;p85"/>
            <p:cNvSpPr/>
            <p:nvPr/>
          </p:nvSpPr>
          <p:spPr>
            <a:xfrm>
              <a:off x="4528063" y="3672642"/>
              <a:ext cx="1008484" cy="1113758"/>
            </a:xfrm>
            <a:custGeom>
              <a:rect b="b" l="l" r="r" t="t"/>
              <a:pathLst>
                <a:path extrusionOk="0" h="209550" w="189743">
                  <a:moveTo>
                    <a:pt x="92636" y="0"/>
                  </a:moveTo>
                  <a:lnTo>
                    <a:pt x="92512" y="1490"/>
                  </a:lnTo>
                  <a:lnTo>
                    <a:pt x="92326" y="3042"/>
                  </a:lnTo>
                  <a:lnTo>
                    <a:pt x="92078" y="4532"/>
                  </a:lnTo>
                  <a:lnTo>
                    <a:pt x="91767" y="6023"/>
                  </a:lnTo>
                  <a:lnTo>
                    <a:pt x="91457" y="7451"/>
                  </a:lnTo>
                  <a:lnTo>
                    <a:pt x="91084" y="8941"/>
                  </a:lnTo>
                  <a:lnTo>
                    <a:pt x="90649" y="10369"/>
                  </a:lnTo>
                  <a:lnTo>
                    <a:pt x="90153" y="11797"/>
                  </a:lnTo>
                  <a:lnTo>
                    <a:pt x="89656" y="13163"/>
                  </a:lnTo>
                  <a:lnTo>
                    <a:pt x="89097" y="14529"/>
                  </a:lnTo>
                  <a:lnTo>
                    <a:pt x="88476" y="15895"/>
                  </a:lnTo>
                  <a:lnTo>
                    <a:pt x="87793" y="17199"/>
                  </a:lnTo>
                  <a:lnTo>
                    <a:pt x="87110" y="18565"/>
                  </a:lnTo>
                  <a:lnTo>
                    <a:pt x="86365" y="19806"/>
                  </a:lnTo>
                  <a:lnTo>
                    <a:pt x="85558" y="21110"/>
                  </a:lnTo>
                  <a:lnTo>
                    <a:pt x="84751" y="22352"/>
                  </a:lnTo>
                  <a:lnTo>
                    <a:pt x="83882" y="23594"/>
                  </a:lnTo>
                  <a:lnTo>
                    <a:pt x="83013" y="24773"/>
                  </a:lnTo>
                  <a:lnTo>
                    <a:pt x="82081" y="25953"/>
                  </a:lnTo>
                  <a:lnTo>
                    <a:pt x="81088" y="27133"/>
                  </a:lnTo>
                  <a:lnTo>
                    <a:pt x="80094" y="28250"/>
                  </a:lnTo>
                  <a:lnTo>
                    <a:pt x="79039" y="29306"/>
                  </a:lnTo>
                  <a:lnTo>
                    <a:pt x="77983" y="30424"/>
                  </a:lnTo>
                  <a:lnTo>
                    <a:pt x="76928" y="31479"/>
                  </a:lnTo>
                  <a:lnTo>
                    <a:pt x="75810" y="32472"/>
                  </a:lnTo>
                  <a:lnTo>
                    <a:pt x="74631" y="33466"/>
                  </a:lnTo>
                  <a:lnTo>
                    <a:pt x="73451" y="34459"/>
                  </a:lnTo>
                  <a:lnTo>
                    <a:pt x="72271" y="35391"/>
                  </a:lnTo>
                  <a:lnTo>
                    <a:pt x="71029" y="36322"/>
                  </a:lnTo>
                  <a:lnTo>
                    <a:pt x="69788" y="37191"/>
                  </a:lnTo>
                  <a:lnTo>
                    <a:pt x="68484" y="38060"/>
                  </a:lnTo>
                  <a:lnTo>
                    <a:pt x="67180" y="38868"/>
                  </a:lnTo>
                  <a:lnTo>
                    <a:pt x="64510" y="40420"/>
                  </a:lnTo>
                  <a:lnTo>
                    <a:pt x="61778" y="41848"/>
                  </a:lnTo>
                  <a:lnTo>
                    <a:pt x="58984" y="43090"/>
                  </a:lnTo>
                  <a:lnTo>
                    <a:pt x="56128" y="44269"/>
                  </a:lnTo>
                  <a:lnTo>
                    <a:pt x="54700" y="44766"/>
                  </a:lnTo>
                  <a:lnTo>
                    <a:pt x="53210" y="45263"/>
                  </a:lnTo>
                  <a:lnTo>
                    <a:pt x="51782" y="45697"/>
                  </a:lnTo>
                  <a:lnTo>
                    <a:pt x="50292" y="46132"/>
                  </a:lnTo>
                  <a:lnTo>
                    <a:pt x="48802" y="46505"/>
                  </a:lnTo>
                  <a:lnTo>
                    <a:pt x="47312" y="46815"/>
                  </a:lnTo>
                  <a:lnTo>
                    <a:pt x="45821" y="47125"/>
                  </a:lnTo>
                  <a:lnTo>
                    <a:pt x="44269" y="47374"/>
                  </a:lnTo>
                  <a:lnTo>
                    <a:pt x="42779" y="47622"/>
                  </a:lnTo>
                  <a:lnTo>
                    <a:pt x="41289" y="47808"/>
                  </a:lnTo>
                  <a:lnTo>
                    <a:pt x="39799" y="47933"/>
                  </a:lnTo>
                  <a:lnTo>
                    <a:pt x="38247" y="48057"/>
                  </a:lnTo>
                  <a:lnTo>
                    <a:pt x="36757" y="48119"/>
                  </a:lnTo>
                  <a:lnTo>
                    <a:pt x="33714" y="48119"/>
                  </a:lnTo>
                  <a:lnTo>
                    <a:pt x="32224" y="48057"/>
                  </a:lnTo>
                  <a:lnTo>
                    <a:pt x="30734" y="47933"/>
                  </a:lnTo>
                  <a:lnTo>
                    <a:pt x="29244" y="47746"/>
                  </a:lnTo>
                  <a:lnTo>
                    <a:pt x="27754" y="47560"/>
                  </a:lnTo>
                  <a:lnTo>
                    <a:pt x="26264" y="47312"/>
                  </a:lnTo>
                  <a:lnTo>
                    <a:pt x="24835" y="47063"/>
                  </a:lnTo>
                  <a:lnTo>
                    <a:pt x="23345" y="46691"/>
                  </a:lnTo>
                  <a:lnTo>
                    <a:pt x="21917" y="46318"/>
                  </a:lnTo>
                  <a:lnTo>
                    <a:pt x="20489" y="45884"/>
                  </a:lnTo>
                  <a:lnTo>
                    <a:pt x="20489" y="45884"/>
                  </a:lnTo>
                  <a:lnTo>
                    <a:pt x="21979" y="48926"/>
                  </a:lnTo>
                  <a:lnTo>
                    <a:pt x="23283" y="52030"/>
                  </a:lnTo>
                  <a:lnTo>
                    <a:pt x="24525" y="55073"/>
                  </a:lnTo>
                  <a:lnTo>
                    <a:pt x="25581" y="58177"/>
                  </a:lnTo>
                  <a:lnTo>
                    <a:pt x="26574" y="61282"/>
                  </a:lnTo>
                  <a:lnTo>
                    <a:pt x="27381" y="64324"/>
                  </a:lnTo>
                  <a:lnTo>
                    <a:pt x="28126" y="67429"/>
                  </a:lnTo>
                  <a:lnTo>
                    <a:pt x="28685" y="70533"/>
                  </a:lnTo>
                  <a:lnTo>
                    <a:pt x="29120" y="73637"/>
                  </a:lnTo>
                  <a:lnTo>
                    <a:pt x="29430" y="76680"/>
                  </a:lnTo>
                  <a:lnTo>
                    <a:pt x="29616" y="79722"/>
                  </a:lnTo>
                  <a:lnTo>
                    <a:pt x="29678" y="82764"/>
                  </a:lnTo>
                  <a:lnTo>
                    <a:pt x="29554" y="85745"/>
                  </a:lnTo>
                  <a:lnTo>
                    <a:pt x="29306" y="88725"/>
                  </a:lnTo>
                  <a:lnTo>
                    <a:pt x="28933" y="91705"/>
                  </a:lnTo>
                  <a:lnTo>
                    <a:pt x="28437" y="94623"/>
                  </a:lnTo>
                  <a:lnTo>
                    <a:pt x="27816" y="97480"/>
                  </a:lnTo>
                  <a:lnTo>
                    <a:pt x="27381" y="98908"/>
                  </a:lnTo>
                  <a:lnTo>
                    <a:pt x="27009" y="100336"/>
                  </a:lnTo>
                  <a:lnTo>
                    <a:pt x="26512" y="101764"/>
                  </a:lnTo>
                  <a:lnTo>
                    <a:pt x="26015" y="103130"/>
                  </a:lnTo>
                  <a:lnTo>
                    <a:pt x="25518" y="104496"/>
                  </a:lnTo>
                  <a:lnTo>
                    <a:pt x="24960" y="105862"/>
                  </a:lnTo>
                  <a:lnTo>
                    <a:pt x="24339" y="107228"/>
                  </a:lnTo>
                  <a:lnTo>
                    <a:pt x="23718" y="108593"/>
                  </a:lnTo>
                  <a:lnTo>
                    <a:pt x="23035" y="109897"/>
                  </a:lnTo>
                  <a:lnTo>
                    <a:pt x="22352" y="111201"/>
                  </a:lnTo>
                  <a:lnTo>
                    <a:pt x="21607" y="112505"/>
                  </a:lnTo>
                  <a:lnTo>
                    <a:pt x="20800" y="113809"/>
                  </a:lnTo>
                  <a:lnTo>
                    <a:pt x="19993" y="115051"/>
                  </a:lnTo>
                  <a:lnTo>
                    <a:pt x="19123" y="116355"/>
                  </a:lnTo>
                  <a:lnTo>
                    <a:pt x="18192" y="117596"/>
                  </a:lnTo>
                  <a:lnTo>
                    <a:pt x="17261" y="118776"/>
                  </a:lnTo>
                  <a:lnTo>
                    <a:pt x="16267" y="120018"/>
                  </a:lnTo>
                  <a:lnTo>
                    <a:pt x="15274" y="121198"/>
                  </a:lnTo>
                  <a:lnTo>
                    <a:pt x="14218" y="122377"/>
                  </a:lnTo>
                  <a:lnTo>
                    <a:pt x="13101" y="123495"/>
                  </a:lnTo>
                  <a:lnTo>
                    <a:pt x="11983" y="124612"/>
                  </a:lnTo>
                  <a:lnTo>
                    <a:pt x="10803" y="125730"/>
                  </a:lnTo>
                  <a:lnTo>
                    <a:pt x="9624" y="126848"/>
                  </a:lnTo>
                  <a:lnTo>
                    <a:pt x="8320" y="127903"/>
                  </a:lnTo>
                  <a:lnTo>
                    <a:pt x="7078" y="128959"/>
                  </a:lnTo>
                  <a:lnTo>
                    <a:pt x="5712" y="130014"/>
                  </a:lnTo>
                  <a:lnTo>
                    <a:pt x="4346" y="131008"/>
                  </a:lnTo>
                  <a:lnTo>
                    <a:pt x="2918" y="132001"/>
                  </a:lnTo>
                  <a:lnTo>
                    <a:pt x="1490" y="132932"/>
                  </a:lnTo>
                  <a:lnTo>
                    <a:pt x="0" y="133864"/>
                  </a:lnTo>
                  <a:lnTo>
                    <a:pt x="1738" y="134236"/>
                  </a:lnTo>
                  <a:lnTo>
                    <a:pt x="3415" y="134671"/>
                  </a:lnTo>
                  <a:lnTo>
                    <a:pt x="5091" y="135105"/>
                  </a:lnTo>
                  <a:lnTo>
                    <a:pt x="6706" y="135602"/>
                  </a:lnTo>
                  <a:lnTo>
                    <a:pt x="8320" y="136099"/>
                  </a:lnTo>
                  <a:lnTo>
                    <a:pt x="9934" y="136658"/>
                  </a:lnTo>
                  <a:lnTo>
                    <a:pt x="11486" y="137216"/>
                  </a:lnTo>
                  <a:lnTo>
                    <a:pt x="12977" y="137837"/>
                  </a:lnTo>
                  <a:lnTo>
                    <a:pt x="14467" y="138458"/>
                  </a:lnTo>
                  <a:lnTo>
                    <a:pt x="15895" y="139141"/>
                  </a:lnTo>
                  <a:lnTo>
                    <a:pt x="17323" y="139824"/>
                  </a:lnTo>
                  <a:lnTo>
                    <a:pt x="18689" y="140569"/>
                  </a:lnTo>
                  <a:lnTo>
                    <a:pt x="20055" y="141314"/>
                  </a:lnTo>
                  <a:lnTo>
                    <a:pt x="21421" y="142121"/>
                  </a:lnTo>
                  <a:lnTo>
                    <a:pt x="22724" y="142929"/>
                  </a:lnTo>
                  <a:lnTo>
                    <a:pt x="23966" y="143798"/>
                  </a:lnTo>
                  <a:lnTo>
                    <a:pt x="25208" y="144667"/>
                  </a:lnTo>
                  <a:lnTo>
                    <a:pt x="26388" y="145598"/>
                  </a:lnTo>
                  <a:lnTo>
                    <a:pt x="27567" y="146530"/>
                  </a:lnTo>
                  <a:lnTo>
                    <a:pt x="28685" y="147523"/>
                  </a:lnTo>
                  <a:lnTo>
                    <a:pt x="29803" y="148517"/>
                  </a:lnTo>
                  <a:lnTo>
                    <a:pt x="30920" y="149510"/>
                  </a:lnTo>
                  <a:lnTo>
                    <a:pt x="31976" y="150566"/>
                  </a:lnTo>
                  <a:lnTo>
                    <a:pt x="32969" y="151621"/>
                  </a:lnTo>
                  <a:lnTo>
                    <a:pt x="33963" y="152739"/>
                  </a:lnTo>
                  <a:lnTo>
                    <a:pt x="34894" y="153856"/>
                  </a:lnTo>
                  <a:lnTo>
                    <a:pt x="35825" y="154974"/>
                  </a:lnTo>
                  <a:lnTo>
                    <a:pt x="36757" y="156154"/>
                  </a:lnTo>
                  <a:lnTo>
                    <a:pt x="37626" y="157333"/>
                  </a:lnTo>
                  <a:lnTo>
                    <a:pt x="38433" y="158575"/>
                  </a:lnTo>
                  <a:lnTo>
                    <a:pt x="40047" y="161059"/>
                  </a:lnTo>
                  <a:lnTo>
                    <a:pt x="41475" y="163604"/>
                  </a:lnTo>
                  <a:lnTo>
                    <a:pt x="42841" y="166274"/>
                  </a:lnTo>
                  <a:lnTo>
                    <a:pt x="44083" y="169006"/>
                  </a:lnTo>
                  <a:lnTo>
                    <a:pt x="45201" y="171800"/>
                  </a:lnTo>
                  <a:lnTo>
                    <a:pt x="46132" y="174656"/>
                  </a:lnTo>
                  <a:lnTo>
                    <a:pt x="47001" y="177574"/>
                  </a:lnTo>
                  <a:lnTo>
                    <a:pt x="47808" y="180554"/>
                  </a:lnTo>
                  <a:lnTo>
                    <a:pt x="48429" y="183597"/>
                  </a:lnTo>
                  <a:lnTo>
                    <a:pt x="48926" y="186701"/>
                  </a:lnTo>
                  <a:lnTo>
                    <a:pt x="49361" y="189868"/>
                  </a:lnTo>
                  <a:lnTo>
                    <a:pt x="49609" y="193034"/>
                  </a:lnTo>
                  <a:lnTo>
                    <a:pt x="49795" y="196263"/>
                  </a:lnTo>
                  <a:lnTo>
                    <a:pt x="49857" y="199554"/>
                  </a:lnTo>
                  <a:lnTo>
                    <a:pt x="49795" y="202844"/>
                  </a:lnTo>
                  <a:lnTo>
                    <a:pt x="49609" y="206197"/>
                  </a:lnTo>
                  <a:lnTo>
                    <a:pt x="49361" y="209550"/>
                  </a:lnTo>
                  <a:lnTo>
                    <a:pt x="50913" y="208370"/>
                  </a:lnTo>
                  <a:lnTo>
                    <a:pt x="52589" y="207191"/>
                  </a:lnTo>
                  <a:lnTo>
                    <a:pt x="54203" y="206135"/>
                  </a:lnTo>
                  <a:lnTo>
                    <a:pt x="55942" y="205142"/>
                  </a:lnTo>
                  <a:lnTo>
                    <a:pt x="57680" y="204210"/>
                  </a:lnTo>
                  <a:lnTo>
                    <a:pt x="59481" y="203341"/>
                  </a:lnTo>
                  <a:lnTo>
                    <a:pt x="61282" y="202534"/>
                  </a:lnTo>
                  <a:lnTo>
                    <a:pt x="63082" y="201789"/>
                  </a:lnTo>
                  <a:lnTo>
                    <a:pt x="64945" y="201106"/>
                  </a:lnTo>
                  <a:lnTo>
                    <a:pt x="66870" y="200547"/>
                  </a:lnTo>
                  <a:lnTo>
                    <a:pt x="68732" y="200050"/>
                  </a:lnTo>
                  <a:lnTo>
                    <a:pt x="70657" y="199554"/>
                  </a:lnTo>
                  <a:lnTo>
                    <a:pt x="72644" y="199181"/>
                  </a:lnTo>
                  <a:lnTo>
                    <a:pt x="74569" y="198871"/>
                  </a:lnTo>
                  <a:lnTo>
                    <a:pt x="76555" y="198622"/>
                  </a:lnTo>
                  <a:lnTo>
                    <a:pt x="78542" y="198436"/>
                  </a:lnTo>
                  <a:lnTo>
                    <a:pt x="80467" y="198312"/>
                  </a:lnTo>
                  <a:lnTo>
                    <a:pt x="84441" y="198312"/>
                  </a:lnTo>
                  <a:lnTo>
                    <a:pt x="86490" y="198374"/>
                  </a:lnTo>
                  <a:lnTo>
                    <a:pt x="88476" y="198560"/>
                  </a:lnTo>
                  <a:lnTo>
                    <a:pt x="90401" y="198747"/>
                  </a:lnTo>
                  <a:lnTo>
                    <a:pt x="92388" y="198995"/>
                  </a:lnTo>
                  <a:lnTo>
                    <a:pt x="94375" y="199367"/>
                  </a:lnTo>
                  <a:lnTo>
                    <a:pt x="96300" y="199740"/>
                  </a:lnTo>
                  <a:lnTo>
                    <a:pt x="98286" y="200237"/>
                  </a:lnTo>
                  <a:lnTo>
                    <a:pt x="100211" y="200733"/>
                  </a:lnTo>
                  <a:lnTo>
                    <a:pt x="102074" y="201354"/>
                  </a:lnTo>
                  <a:lnTo>
                    <a:pt x="103999" y="201975"/>
                  </a:lnTo>
                  <a:lnTo>
                    <a:pt x="105861" y="202658"/>
                  </a:lnTo>
                  <a:lnTo>
                    <a:pt x="107662" y="203465"/>
                  </a:lnTo>
                  <a:lnTo>
                    <a:pt x="109462" y="204272"/>
                  </a:lnTo>
                  <a:lnTo>
                    <a:pt x="189743" y="64448"/>
                  </a:lnTo>
                  <a:lnTo>
                    <a:pt x="188315" y="61965"/>
                  </a:lnTo>
                  <a:lnTo>
                    <a:pt x="187011" y="59357"/>
                  </a:lnTo>
                  <a:lnTo>
                    <a:pt x="185831" y="56749"/>
                  </a:lnTo>
                  <a:lnTo>
                    <a:pt x="184776" y="54017"/>
                  </a:lnTo>
                  <a:lnTo>
                    <a:pt x="183845" y="51223"/>
                  </a:lnTo>
                  <a:lnTo>
                    <a:pt x="183037" y="48367"/>
                  </a:lnTo>
                  <a:lnTo>
                    <a:pt x="182292" y="45511"/>
                  </a:lnTo>
                  <a:lnTo>
                    <a:pt x="181734" y="42531"/>
                  </a:lnTo>
                  <a:lnTo>
                    <a:pt x="181237" y="39551"/>
                  </a:lnTo>
                  <a:lnTo>
                    <a:pt x="180864" y="36508"/>
                  </a:lnTo>
                  <a:lnTo>
                    <a:pt x="180678" y="33466"/>
                  </a:lnTo>
                  <a:lnTo>
                    <a:pt x="180554" y="30299"/>
                  </a:lnTo>
                  <a:lnTo>
                    <a:pt x="180554" y="27195"/>
                  </a:lnTo>
                  <a:lnTo>
                    <a:pt x="180740" y="23966"/>
                  </a:lnTo>
                  <a:lnTo>
                    <a:pt x="180989" y="20800"/>
                  </a:lnTo>
                  <a:lnTo>
                    <a:pt x="181361" y="17509"/>
                  </a:lnTo>
                  <a:lnTo>
                    <a:pt x="179871" y="18502"/>
                  </a:lnTo>
                  <a:lnTo>
                    <a:pt x="178381" y="19434"/>
                  </a:lnTo>
                  <a:lnTo>
                    <a:pt x="176829" y="20365"/>
                  </a:lnTo>
                  <a:lnTo>
                    <a:pt x="175338" y="21172"/>
                  </a:lnTo>
                  <a:lnTo>
                    <a:pt x="173848" y="21979"/>
                  </a:lnTo>
                  <a:lnTo>
                    <a:pt x="172358" y="22725"/>
                  </a:lnTo>
                  <a:lnTo>
                    <a:pt x="170806" y="23408"/>
                  </a:lnTo>
                  <a:lnTo>
                    <a:pt x="169316" y="24028"/>
                  </a:lnTo>
                  <a:lnTo>
                    <a:pt x="167826" y="24649"/>
                  </a:lnTo>
                  <a:lnTo>
                    <a:pt x="166273" y="25208"/>
                  </a:lnTo>
                  <a:lnTo>
                    <a:pt x="164783" y="25705"/>
                  </a:lnTo>
                  <a:lnTo>
                    <a:pt x="163293" y="26139"/>
                  </a:lnTo>
                  <a:lnTo>
                    <a:pt x="161803" y="26574"/>
                  </a:lnTo>
                  <a:lnTo>
                    <a:pt x="160313" y="26947"/>
                  </a:lnTo>
                  <a:lnTo>
                    <a:pt x="158823" y="27257"/>
                  </a:lnTo>
                  <a:lnTo>
                    <a:pt x="157333" y="27505"/>
                  </a:lnTo>
                  <a:lnTo>
                    <a:pt x="155843" y="27754"/>
                  </a:lnTo>
                  <a:lnTo>
                    <a:pt x="154352" y="27940"/>
                  </a:lnTo>
                  <a:lnTo>
                    <a:pt x="152862" y="28126"/>
                  </a:lnTo>
                  <a:lnTo>
                    <a:pt x="151372" y="28250"/>
                  </a:lnTo>
                  <a:lnTo>
                    <a:pt x="149882" y="28313"/>
                  </a:lnTo>
                  <a:lnTo>
                    <a:pt x="146902" y="28313"/>
                  </a:lnTo>
                  <a:lnTo>
                    <a:pt x="145474" y="28250"/>
                  </a:lnTo>
                  <a:lnTo>
                    <a:pt x="143984" y="28188"/>
                  </a:lnTo>
                  <a:lnTo>
                    <a:pt x="142556" y="28064"/>
                  </a:lnTo>
                  <a:lnTo>
                    <a:pt x="141065" y="27878"/>
                  </a:lnTo>
                  <a:lnTo>
                    <a:pt x="139637" y="27692"/>
                  </a:lnTo>
                  <a:lnTo>
                    <a:pt x="136719" y="27195"/>
                  </a:lnTo>
                  <a:lnTo>
                    <a:pt x="133863" y="26512"/>
                  </a:lnTo>
                  <a:lnTo>
                    <a:pt x="131069" y="25767"/>
                  </a:lnTo>
                  <a:lnTo>
                    <a:pt x="128213" y="24836"/>
                  </a:lnTo>
                  <a:lnTo>
                    <a:pt x="125481" y="23780"/>
                  </a:lnTo>
                  <a:lnTo>
                    <a:pt x="122687" y="22600"/>
                  </a:lnTo>
                  <a:lnTo>
                    <a:pt x="119955" y="21296"/>
                  </a:lnTo>
                  <a:lnTo>
                    <a:pt x="117286" y="19868"/>
                  </a:lnTo>
                  <a:lnTo>
                    <a:pt x="114616" y="18316"/>
                  </a:lnTo>
                  <a:lnTo>
                    <a:pt x="112008" y="16640"/>
                  </a:lnTo>
                  <a:lnTo>
                    <a:pt x="109462" y="14901"/>
                  </a:lnTo>
                  <a:lnTo>
                    <a:pt x="106917" y="13039"/>
                  </a:lnTo>
                  <a:lnTo>
                    <a:pt x="104433" y="11114"/>
                  </a:lnTo>
                  <a:lnTo>
                    <a:pt x="101950" y="9065"/>
                  </a:lnTo>
                  <a:lnTo>
                    <a:pt x="99528" y="6892"/>
                  </a:lnTo>
                  <a:lnTo>
                    <a:pt x="97169" y="4657"/>
                  </a:lnTo>
                  <a:lnTo>
                    <a:pt x="94872" y="2359"/>
                  </a:lnTo>
                  <a:lnTo>
                    <a:pt x="926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arker Grotesque"/>
                <a:ea typeface="Darker Grotesque"/>
                <a:cs typeface="Darker Grotesque"/>
                <a:sym typeface="Darker Grotesque"/>
              </a:endParaRPr>
            </a:p>
          </p:txBody>
        </p:sp>
        <p:sp>
          <p:nvSpPr>
            <p:cNvPr id="911" name="Google Shape;911;p85"/>
            <p:cNvSpPr txBox="1"/>
            <p:nvPr/>
          </p:nvSpPr>
          <p:spPr>
            <a:xfrm>
              <a:off x="4298038" y="3496900"/>
              <a:ext cx="1083600" cy="1084800"/>
            </a:xfrm>
            <a:prstGeom prst="rect">
              <a:avLst/>
            </a:prstGeom>
            <a:noFill/>
            <a:ln>
              <a:noFill/>
            </a:ln>
          </p:spPr>
          <p:txBody>
            <a:bodyPr anchorCtr="0" anchor="t" bIns="0" lIns="27425" spcFirstLastPara="1" rIns="91425" wrap="square" tIns="91425">
              <a:noAutofit/>
            </a:bodyPr>
            <a:lstStyle/>
            <a:p>
              <a:pPr indent="0" lvl="0" marL="0" rtl="0" algn="l">
                <a:spcBef>
                  <a:spcPts val="0"/>
                </a:spcBef>
                <a:spcAft>
                  <a:spcPts val="0"/>
                </a:spcAft>
                <a:buNone/>
              </a:pPr>
              <a:r>
                <a:rPr lang="en" sz="7200">
                  <a:solidFill>
                    <a:srgbClr val="5E5E5E"/>
                  </a:solidFill>
                  <a:latin typeface="Darker Grotesque Medium"/>
                  <a:ea typeface="Darker Grotesque Medium"/>
                  <a:cs typeface="Darker Grotesque Medium"/>
                  <a:sym typeface="Darker Grotesque Medium"/>
                </a:rPr>
                <a:t>05</a:t>
              </a:r>
              <a:endParaRPr sz="7200">
                <a:solidFill>
                  <a:srgbClr val="5E5E5E"/>
                </a:solidFill>
                <a:latin typeface="Darker Grotesque Medium"/>
                <a:ea typeface="Darker Grotesque Medium"/>
                <a:cs typeface="Darker Grotesque Medium"/>
                <a:sym typeface="Darker Grotesque Medium"/>
              </a:endParaRPr>
            </a:p>
          </p:txBody>
        </p:sp>
        <p:sp>
          <p:nvSpPr>
            <p:cNvPr id="912" name="Google Shape;912;p85"/>
            <p:cNvSpPr txBox="1"/>
            <p:nvPr/>
          </p:nvSpPr>
          <p:spPr>
            <a:xfrm>
              <a:off x="5454225" y="4067975"/>
              <a:ext cx="5229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66666"/>
                  </a:solidFill>
                  <a:latin typeface="Darker Grotesque"/>
                  <a:ea typeface="Darker Grotesque"/>
                  <a:cs typeface="Darker Grotesque"/>
                  <a:sym typeface="Darker Grotesque"/>
                </a:rPr>
                <a:t>FIVE</a:t>
              </a:r>
              <a:endParaRPr b="1" sz="900">
                <a:solidFill>
                  <a:srgbClr val="666666"/>
                </a:solidFill>
                <a:latin typeface="Darker Grotesque"/>
                <a:ea typeface="Darker Grotesque"/>
                <a:cs typeface="Darker Grotesque"/>
                <a:sym typeface="Darker Grotesque"/>
              </a:endParaRPr>
            </a:p>
          </p:txBody>
        </p:sp>
        <p:cxnSp>
          <p:nvCxnSpPr>
            <p:cNvPr id="913" name="Google Shape;913;p85"/>
            <p:cNvCxnSpPr/>
            <p:nvPr/>
          </p:nvCxnSpPr>
          <p:spPr>
            <a:xfrm flipH="1" rot="10800000">
              <a:off x="4996963" y="3595350"/>
              <a:ext cx="779400" cy="1350000"/>
            </a:xfrm>
            <a:prstGeom prst="straightConnector1">
              <a:avLst/>
            </a:prstGeom>
            <a:noFill/>
            <a:ln cap="flat" cmpd="sng" w="9525">
              <a:solidFill>
                <a:srgbClr val="3C4043"/>
              </a:solidFill>
              <a:prstDash val="solid"/>
              <a:round/>
              <a:headEnd len="med" w="med" type="none"/>
              <a:tailEnd len="med" w="med" type="none"/>
            </a:ln>
          </p:spPr>
        </p:cxnSp>
        <p:sp>
          <p:nvSpPr>
            <p:cNvPr id="914" name="Google Shape;914;p85"/>
            <p:cNvSpPr txBox="1"/>
            <p:nvPr/>
          </p:nvSpPr>
          <p:spPr>
            <a:xfrm>
              <a:off x="5188950" y="4505500"/>
              <a:ext cx="1568100" cy="351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200">
                  <a:solidFill>
                    <a:srgbClr val="5E5E5E"/>
                  </a:solidFill>
                  <a:latin typeface="Darker Grotesque SemiBold"/>
                  <a:ea typeface="Darker Grotesque SemiBold"/>
                  <a:cs typeface="Darker Grotesque SemiBold"/>
                  <a:sym typeface="Darker Grotesque SemiBold"/>
                </a:rPr>
                <a:t>SQLite relational database</a:t>
              </a:r>
              <a:endParaRPr sz="1200">
                <a:solidFill>
                  <a:srgbClr val="5E5E5E"/>
                </a:solidFill>
                <a:latin typeface="Darker Grotesque SemiBold"/>
                <a:ea typeface="Darker Grotesque SemiBold"/>
                <a:cs typeface="Darker Grotesque SemiBold"/>
                <a:sym typeface="Darker Grotesque SemiBold"/>
              </a:endParaRPr>
            </a:p>
          </p:txBody>
        </p:sp>
        <p:sp>
          <p:nvSpPr>
            <p:cNvPr id="915" name="Google Shape;915;p85"/>
            <p:cNvSpPr/>
            <p:nvPr/>
          </p:nvSpPr>
          <p:spPr>
            <a:xfrm>
              <a:off x="4608563" y="339556"/>
              <a:ext cx="1008786" cy="1180290"/>
            </a:xfrm>
            <a:custGeom>
              <a:rect b="b" l="l" r="r" t="t"/>
              <a:pathLst>
                <a:path extrusionOk="0" h="209550" w="179101">
                  <a:moveTo>
                    <a:pt x="121620" y="0"/>
                  </a:moveTo>
                  <a:lnTo>
                    <a:pt x="120636" y="58"/>
                  </a:lnTo>
                  <a:lnTo>
                    <a:pt x="119536" y="174"/>
                  </a:lnTo>
                  <a:lnTo>
                    <a:pt x="119015" y="289"/>
                  </a:lnTo>
                  <a:lnTo>
                    <a:pt x="118494" y="405"/>
                  </a:lnTo>
                  <a:lnTo>
                    <a:pt x="117915" y="637"/>
                  </a:lnTo>
                  <a:lnTo>
                    <a:pt x="117394" y="868"/>
                  </a:lnTo>
                  <a:lnTo>
                    <a:pt x="116815" y="1158"/>
                  </a:lnTo>
                  <a:lnTo>
                    <a:pt x="116294" y="1505"/>
                  </a:lnTo>
                  <a:lnTo>
                    <a:pt x="115194" y="2258"/>
                  </a:lnTo>
                  <a:lnTo>
                    <a:pt x="114094" y="3184"/>
                  </a:lnTo>
                  <a:lnTo>
                    <a:pt x="112995" y="4284"/>
                  </a:lnTo>
                  <a:lnTo>
                    <a:pt x="111895" y="5499"/>
                  </a:lnTo>
                  <a:lnTo>
                    <a:pt x="110795" y="6831"/>
                  </a:lnTo>
                  <a:lnTo>
                    <a:pt x="109695" y="8278"/>
                  </a:lnTo>
                  <a:lnTo>
                    <a:pt x="108653" y="9841"/>
                  </a:lnTo>
                  <a:lnTo>
                    <a:pt x="107611" y="11462"/>
                  </a:lnTo>
                  <a:lnTo>
                    <a:pt x="106569" y="13198"/>
                  </a:lnTo>
                  <a:lnTo>
                    <a:pt x="105527" y="14993"/>
                  </a:lnTo>
                  <a:lnTo>
                    <a:pt x="104543" y="16845"/>
                  </a:lnTo>
                  <a:lnTo>
                    <a:pt x="103559" y="18755"/>
                  </a:lnTo>
                  <a:lnTo>
                    <a:pt x="102575" y="20666"/>
                  </a:lnTo>
                  <a:lnTo>
                    <a:pt x="100780" y="24602"/>
                  </a:lnTo>
                  <a:lnTo>
                    <a:pt x="99102" y="28538"/>
                  </a:lnTo>
                  <a:lnTo>
                    <a:pt x="97539" y="32474"/>
                  </a:lnTo>
                  <a:lnTo>
                    <a:pt x="96150" y="36179"/>
                  </a:lnTo>
                  <a:lnTo>
                    <a:pt x="94934" y="39652"/>
                  </a:lnTo>
                  <a:lnTo>
                    <a:pt x="93892" y="42836"/>
                  </a:lnTo>
                  <a:lnTo>
                    <a:pt x="93082" y="45557"/>
                  </a:lnTo>
                  <a:lnTo>
                    <a:pt x="92503" y="47814"/>
                  </a:lnTo>
                  <a:lnTo>
                    <a:pt x="90940" y="46772"/>
                  </a:lnTo>
                  <a:lnTo>
                    <a:pt x="89377" y="45673"/>
                  </a:lnTo>
                  <a:lnTo>
                    <a:pt x="86135" y="43299"/>
                  </a:lnTo>
                  <a:lnTo>
                    <a:pt x="82836" y="40694"/>
                  </a:lnTo>
                  <a:lnTo>
                    <a:pt x="79420" y="37974"/>
                  </a:lnTo>
                  <a:lnTo>
                    <a:pt x="72474" y="32417"/>
                  </a:lnTo>
                  <a:lnTo>
                    <a:pt x="69001" y="29696"/>
                  </a:lnTo>
                  <a:lnTo>
                    <a:pt x="65585" y="27033"/>
                  </a:lnTo>
                  <a:lnTo>
                    <a:pt x="63849" y="25817"/>
                  </a:lnTo>
                  <a:lnTo>
                    <a:pt x="62170" y="24602"/>
                  </a:lnTo>
                  <a:lnTo>
                    <a:pt x="60491" y="23502"/>
                  </a:lnTo>
                  <a:lnTo>
                    <a:pt x="58871" y="22460"/>
                  </a:lnTo>
                  <a:lnTo>
                    <a:pt x="57250" y="21476"/>
                  </a:lnTo>
                  <a:lnTo>
                    <a:pt x="55687" y="20550"/>
                  </a:lnTo>
                  <a:lnTo>
                    <a:pt x="54124" y="19739"/>
                  </a:lnTo>
                  <a:lnTo>
                    <a:pt x="52561" y="19045"/>
                  </a:lnTo>
                  <a:lnTo>
                    <a:pt x="51114" y="18466"/>
                  </a:lnTo>
                  <a:lnTo>
                    <a:pt x="49667" y="17945"/>
                  </a:lnTo>
                  <a:lnTo>
                    <a:pt x="48277" y="17598"/>
                  </a:lnTo>
                  <a:lnTo>
                    <a:pt x="46888" y="17366"/>
                  </a:lnTo>
                  <a:lnTo>
                    <a:pt x="46251" y="17308"/>
                  </a:lnTo>
                  <a:lnTo>
                    <a:pt x="44978" y="17308"/>
                  </a:lnTo>
                  <a:lnTo>
                    <a:pt x="44399" y="17366"/>
                  </a:lnTo>
                  <a:lnTo>
                    <a:pt x="43762" y="17424"/>
                  </a:lnTo>
                  <a:lnTo>
                    <a:pt x="43183" y="17540"/>
                  </a:lnTo>
                  <a:lnTo>
                    <a:pt x="42605" y="17713"/>
                  </a:lnTo>
                  <a:lnTo>
                    <a:pt x="42084" y="17945"/>
                  </a:lnTo>
                  <a:lnTo>
                    <a:pt x="41505" y="18234"/>
                  </a:lnTo>
                  <a:lnTo>
                    <a:pt x="41042" y="18524"/>
                  </a:lnTo>
                  <a:lnTo>
                    <a:pt x="40578" y="18871"/>
                  </a:lnTo>
                  <a:lnTo>
                    <a:pt x="40231" y="19334"/>
                  </a:lnTo>
                  <a:lnTo>
                    <a:pt x="39826" y="19797"/>
                  </a:lnTo>
                  <a:lnTo>
                    <a:pt x="39537" y="20318"/>
                  </a:lnTo>
                  <a:lnTo>
                    <a:pt x="39247" y="20839"/>
                  </a:lnTo>
                  <a:lnTo>
                    <a:pt x="39016" y="21476"/>
                  </a:lnTo>
                  <a:lnTo>
                    <a:pt x="38842" y="22113"/>
                  </a:lnTo>
                  <a:lnTo>
                    <a:pt x="38668" y="22807"/>
                  </a:lnTo>
                  <a:lnTo>
                    <a:pt x="38552" y="23502"/>
                  </a:lnTo>
                  <a:lnTo>
                    <a:pt x="38437" y="24312"/>
                  </a:lnTo>
                  <a:lnTo>
                    <a:pt x="38379" y="25933"/>
                  </a:lnTo>
                  <a:lnTo>
                    <a:pt x="38437" y="27670"/>
                  </a:lnTo>
                  <a:lnTo>
                    <a:pt x="38552" y="29580"/>
                  </a:lnTo>
                  <a:lnTo>
                    <a:pt x="38842" y="31548"/>
                  </a:lnTo>
                  <a:lnTo>
                    <a:pt x="39189" y="33632"/>
                  </a:lnTo>
                  <a:lnTo>
                    <a:pt x="39652" y="35774"/>
                  </a:lnTo>
                  <a:lnTo>
                    <a:pt x="40173" y="37974"/>
                  </a:lnTo>
                  <a:lnTo>
                    <a:pt x="40810" y="40289"/>
                  </a:lnTo>
                  <a:lnTo>
                    <a:pt x="41447" y="42547"/>
                  </a:lnTo>
                  <a:lnTo>
                    <a:pt x="42199" y="44862"/>
                  </a:lnTo>
                  <a:lnTo>
                    <a:pt x="43010" y="47236"/>
                  </a:lnTo>
                  <a:lnTo>
                    <a:pt x="43820" y="49551"/>
                  </a:lnTo>
                  <a:lnTo>
                    <a:pt x="45499" y="54124"/>
                  </a:lnTo>
                  <a:lnTo>
                    <a:pt x="47293" y="58581"/>
                  </a:lnTo>
                  <a:lnTo>
                    <a:pt x="49030" y="62749"/>
                  </a:lnTo>
                  <a:lnTo>
                    <a:pt x="50709" y="66512"/>
                  </a:lnTo>
                  <a:lnTo>
                    <a:pt x="52214" y="69754"/>
                  </a:lnTo>
                  <a:lnTo>
                    <a:pt x="53487" y="72474"/>
                  </a:lnTo>
                  <a:lnTo>
                    <a:pt x="54471" y="74442"/>
                  </a:lnTo>
                  <a:lnTo>
                    <a:pt x="51345" y="74211"/>
                  </a:lnTo>
                  <a:lnTo>
                    <a:pt x="48277" y="74095"/>
                  </a:lnTo>
                  <a:lnTo>
                    <a:pt x="45325" y="73979"/>
                  </a:lnTo>
                  <a:lnTo>
                    <a:pt x="42489" y="73921"/>
                  </a:lnTo>
                  <a:lnTo>
                    <a:pt x="39710" y="73921"/>
                  </a:lnTo>
                  <a:lnTo>
                    <a:pt x="37047" y="73979"/>
                  </a:lnTo>
                  <a:lnTo>
                    <a:pt x="34443" y="74095"/>
                  </a:lnTo>
                  <a:lnTo>
                    <a:pt x="31953" y="74211"/>
                  </a:lnTo>
                  <a:lnTo>
                    <a:pt x="29522" y="74384"/>
                  </a:lnTo>
                  <a:lnTo>
                    <a:pt x="27207" y="74616"/>
                  </a:lnTo>
                  <a:lnTo>
                    <a:pt x="25007" y="74848"/>
                  </a:lnTo>
                  <a:lnTo>
                    <a:pt x="22865" y="75137"/>
                  </a:lnTo>
                  <a:lnTo>
                    <a:pt x="20839" y="75484"/>
                  </a:lnTo>
                  <a:lnTo>
                    <a:pt x="18929" y="75890"/>
                  </a:lnTo>
                  <a:lnTo>
                    <a:pt x="17077" y="76295"/>
                  </a:lnTo>
                  <a:lnTo>
                    <a:pt x="15282" y="76700"/>
                  </a:lnTo>
                  <a:lnTo>
                    <a:pt x="13603" y="77221"/>
                  </a:lnTo>
                  <a:lnTo>
                    <a:pt x="12040" y="77742"/>
                  </a:lnTo>
                  <a:lnTo>
                    <a:pt x="10593" y="78263"/>
                  </a:lnTo>
                  <a:lnTo>
                    <a:pt x="9204" y="78842"/>
                  </a:lnTo>
                  <a:lnTo>
                    <a:pt x="7930" y="79421"/>
                  </a:lnTo>
                  <a:lnTo>
                    <a:pt x="6715" y="80057"/>
                  </a:lnTo>
                  <a:lnTo>
                    <a:pt x="5673" y="80694"/>
                  </a:lnTo>
                  <a:lnTo>
                    <a:pt x="4631" y="81389"/>
                  </a:lnTo>
                  <a:lnTo>
                    <a:pt x="3763" y="82141"/>
                  </a:lnTo>
                  <a:lnTo>
                    <a:pt x="2952" y="82836"/>
                  </a:lnTo>
                  <a:lnTo>
                    <a:pt x="2258" y="83588"/>
                  </a:lnTo>
                  <a:lnTo>
                    <a:pt x="1621" y="84399"/>
                  </a:lnTo>
                  <a:lnTo>
                    <a:pt x="1100" y="85151"/>
                  </a:lnTo>
                  <a:lnTo>
                    <a:pt x="695" y="86020"/>
                  </a:lnTo>
                  <a:lnTo>
                    <a:pt x="405" y="86830"/>
                  </a:lnTo>
                  <a:lnTo>
                    <a:pt x="174" y="87698"/>
                  </a:lnTo>
                  <a:lnTo>
                    <a:pt x="58" y="88567"/>
                  </a:lnTo>
                  <a:lnTo>
                    <a:pt x="0" y="89435"/>
                  </a:lnTo>
                  <a:lnTo>
                    <a:pt x="116" y="90361"/>
                  </a:lnTo>
                  <a:lnTo>
                    <a:pt x="289" y="91230"/>
                  </a:lnTo>
                  <a:lnTo>
                    <a:pt x="521" y="92156"/>
                  </a:lnTo>
                  <a:lnTo>
                    <a:pt x="926" y="93140"/>
                  </a:lnTo>
                  <a:lnTo>
                    <a:pt x="1389" y="94066"/>
                  </a:lnTo>
                  <a:lnTo>
                    <a:pt x="1968" y="94992"/>
                  </a:lnTo>
                  <a:lnTo>
                    <a:pt x="2663" y="95976"/>
                  </a:lnTo>
                  <a:lnTo>
                    <a:pt x="3415" y="96960"/>
                  </a:lnTo>
                  <a:lnTo>
                    <a:pt x="4341" y="97886"/>
                  </a:lnTo>
                  <a:lnTo>
                    <a:pt x="5326" y="98871"/>
                  </a:lnTo>
                  <a:lnTo>
                    <a:pt x="6368" y="99855"/>
                  </a:lnTo>
                  <a:lnTo>
                    <a:pt x="7583" y="100839"/>
                  </a:lnTo>
                  <a:lnTo>
                    <a:pt x="8857" y="101823"/>
                  </a:lnTo>
                  <a:lnTo>
                    <a:pt x="10246" y="102807"/>
                  </a:lnTo>
                  <a:lnTo>
                    <a:pt x="11751" y="103791"/>
                  </a:lnTo>
                  <a:lnTo>
                    <a:pt x="13372" y="104775"/>
                  </a:lnTo>
                  <a:lnTo>
                    <a:pt x="15051" y="105759"/>
                  </a:lnTo>
                  <a:lnTo>
                    <a:pt x="16903" y="106743"/>
                  </a:lnTo>
                  <a:lnTo>
                    <a:pt x="18813" y="107669"/>
                  </a:lnTo>
                  <a:lnTo>
                    <a:pt x="20781" y="108653"/>
                  </a:lnTo>
                  <a:lnTo>
                    <a:pt x="22923" y="109580"/>
                  </a:lnTo>
                  <a:lnTo>
                    <a:pt x="25181" y="110506"/>
                  </a:lnTo>
                  <a:lnTo>
                    <a:pt x="27496" y="111490"/>
                  </a:lnTo>
                  <a:lnTo>
                    <a:pt x="29927" y="112358"/>
                  </a:lnTo>
                  <a:lnTo>
                    <a:pt x="32474" y="113284"/>
                  </a:lnTo>
                  <a:lnTo>
                    <a:pt x="35137" y="114211"/>
                  </a:lnTo>
                  <a:lnTo>
                    <a:pt x="37916" y="115079"/>
                  </a:lnTo>
                  <a:lnTo>
                    <a:pt x="40752" y="115947"/>
                  </a:lnTo>
                  <a:lnTo>
                    <a:pt x="43762" y="116758"/>
                  </a:lnTo>
                  <a:lnTo>
                    <a:pt x="46830" y="117626"/>
                  </a:lnTo>
                  <a:lnTo>
                    <a:pt x="45152" y="119536"/>
                  </a:lnTo>
                  <a:lnTo>
                    <a:pt x="43068" y="121909"/>
                  </a:lnTo>
                  <a:lnTo>
                    <a:pt x="37916" y="127524"/>
                  </a:lnTo>
                  <a:lnTo>
                    <a:pt x="35021" y="130766"/>
                  </a:lnTo>
                  <a:lnTo>
                    <a:pt x="32011" y="134124"/>
                  </a:lnTo>
                  <a:lnTo>
                    <a:pt x="29001" y="137597"/>
                  </a:lnTo>
                  <a:lnTo>
                    <a:pt x="26049" y="141186"/>
                  </a:lnTo>
                  <a:lnTo>
                    <a:pt x="24602" y="143038"/>
                  </a:lnTo>
                  <a:lnTo>
                    <a:pt x="23270" y="144833"/>
                  </a:lnTo>
                  <a:lnTo>
                    <a:pt x="21939" y="146627"/>
                  </a:lnTo>
                  <a:lnTo>
                    <a:pt x="20723" y="148422"/>
                  </a:lnTo>
                  <a:lnTo>
                    <a:pt x="19566" y="150158"/>
                  </a:lnTo>
                  <a:lnTo>
                    <a:pt x="18524" y="151895"/>
                  </a:lnTo>
                  <a:lnTo>
                    <a:pt x="17598" y="153631"/>
                  </a:lnTo>
                  <a:lnTo>
                    <a:pt x="16787" y="155310"/>
                  </a:lnTo>
                  <a:lnTo>
                    <a:pt x="16035" y="156931"/>
                  </a:lnTo>
                  <a:lnTo>
                    <a:pt x="15514" y="158494"/>
                  </a:lnTo>
                  <a:lnTo>
                    <a:pt x="15108" y="159999"/>
                  </a:lnTo>
                  <a:lnTo>
                    <a:pt x="14935" y="160751"/>
                  </a:lnTo>
                  <a:lnTo>
                    <a:pt x="14819" y="161446"/>
                  </a:lnTo>
                  <a:lnTo>
                    <a:pt x="14761" y="162141"/>
                  </a:lnTo>
                  <a:lnTo>
                    <a:pt x="14761" y="162835"/>
                  </a:lnTo>
                  <a:lnTo>
                    <a:pt x="14761" y="163472"/>
                  </a:lnTo>
                  <a:lnTo>
                    <a:pt x="14877" y="164109"/>
                  </a:lnTo>
                  <a:lnTo>
                    <a:pt x="14993" y="164746"/>
                  </a:lnTo>
                  <a:lnTo>
                    <a:pt x="15166" y="165325"/>
                  </a:lnTo>
                  <a:lnTo>
                    <a:pt x="15398" y="165903"/>
                  </a:lnTo>
                  <a:lnTo>
                    <a:pt x="15687" y="166482"/>
                  </a:lnTo>
                  <a:lnTo>
                    <a:pt x="16092" y="167177"/>
                  </a:lnTo>
                  <a:lnTo>
                    <a:pt x="16613" y="167872"/>
                  </a:lnTo>
                  <a:lnTo>
                    <a:pt x="17192" y="168450"/>
                  </a:lnTo>
                  <a:lnTo>
                    <a:pt x="17771" y="169029"/>
                  </a:lnTo>
                  <a:lnTo>
                    <a:pt x="18408" y="169492"/>
                  </a:lnTo>
                  <a:lnTo>
                    <a:pt x="19103" y="169898"/>
                  </a:lnTo>
                  <a:lnTo>
                    <a:pt x="19855" y="170303"/>
                  </a:lnTo>
                  <a:lnTo>
                    <a:pt x="20608" y="170592"/>
                  </a:lnTo>
                  <a:lnTo>
                    <a:pt x="21418" y="170882"/>
                  </a:lnTo>
                  <a:lnTo>
                    <a:pt x="22286" y="171055"/>
                  </a:lnTo>
                  <a:lnTo>
                    <a:pt x="23155" y="171229"/>
                  </a:lnTo>
                  <a:lnTo>
                    <a:pt x="24081" y="171345"/>
                  </a:lnTo>
                  <a:lnTo>
                    <a:pt x="25007" y="171461"/>
                  </a:lnTo>
                  <a:lnTo>
                    <a:pt x="26975" y="171461"/>
                  </a:lnTo>
                  <a:lnTo>
                    <a:pt x="28017" y="171403"/>
                  </a:lnTo>
                  <a:lnTo>
                    <a:pt x="30159" y="171171"/>
                  </a:lnTo>
                  <a:lnTo>
                    <a:pt x="32359" y="170824"/>
                  </a:lnTo>
                  <a:lnTo>
                    <a:pt x="34616" y="170361"/>
                  </a:lnTo>
                  <a:lnTo>
                    <a:pt x="36932" y="169782"/>
                  </a:lnTo>
                  <a:lnTo>
                    <a:pt x="39305" y="169145"/>
                  </a:lnTo>
                  <a:lnTo>
                    <a:pt x="41736" y="168393"/>
                  </a:lnTo>
                  <a:lnTo>
                    <a:pt x="44110" y="167582"/>
                  </a:lnTo>
                  <a:lnTo>
                    <a:pt x="46541" y="166714"/>
                  </a:lnTo>
                  <a:lnTo>
                    <a:pt x="51287" y="164919"/>
                  </a:lnTo>
                  <a:lnTo>
                    <a:pt x="55803" y="163125"/>
                  </a:lnTo>
                  <a:lnTo>
                    <a:pt x="60086" y="161388"/>
                  </a:lnTo>
                  <a:lnTo>
                    <a:pt x="63965" y="159883"/>
                  </a:lnTo>
                  <a:lnTo>
                    <a:pt x="65701" y="159246"/>
                  </a:lnTo>
                  <a:lnTo>
                    <a:pt x="67264" y="158725"/>
                  </a:lnTo>
                  <a:lnTo>
                    <a:pt x="68711" y="158262"/>
                  </a:lnTo>
                  <a:lnTo>
                    <a:pt x="69927" y="157973"/>
                  </a:lnTo>
                  <a:lnTo>
                    <a:pt x="71027" y="157857"/>
                  </a:lnTo>
                  <a:lnTo>
                    <a:pt x="71490" y="157799"/>
                  </a:lnTo>
                  <a:lnTo>
                    <a:pt x="71895" y="157799"/>
                  </a:lnTo>
                  <a:lnTo>
                    <a:pt x="72242" y="157857"/>
                  </a:lnTo>
                  <a:lnTo>
                    <a:pt x="72532" y="157973"/>
                  </a:lnTo>
                  <a:lnTo>
                    <a:pt x="72763" y="158147"/>
                  </a:lnTo>
                  <a:lnTo>
                    <a:pt x="72995" y="158320"/>
                  </a:lnTo>
                  <a:lnTo>
                    <a:pt x="72821" y="159189"/>
                  </a:lnTo>
                  <a:lnTo>
                    <a:pt x="72648" y="160231"/>
                  </a:lnTo>
                  <a:lnTo>
                    <a:pt x="72474" y="162546"/>
                  </a:lnTo>
                  <a:lnTo>
                    <a:pt x="72358" y="165325"/>
                  </a:lnTo>
                  <a:lnTo>
                    <a:pt x="72300" y="168508"/>
                  </a:lnTo>
                  <a:lnTo>
                    <a:pt x="72416" y="171924"/>
                  </a:lnTo>
                  <a:lnTo>
                    <a:pt x="72590" y="175628"/>
                  </a:lnTo>
                  <a:lnTo>
                    <a:pt x="72879" y="179449"/>
                  </a:lnTo>
                  <a:lnTo>
                    <a:pt x="73226" y="183327"/>
                  </a:lnTo>
                  <a:lnTo>
                    <a:pt x="73747" y="187264"/>
                  </a:lnTo>
                  <a:lnTo>
                    <a:pt x="74384" y="191142"/>
                  </a:lnTo>
                  <a:lnTo>
                    <a:pt x="74732" y="193052"/>
                  </a:lnTo>
                  <a:lnTo>
                    <a:pt x="75079" y="194905"/>
                  </a:lnTo>
                  <a:lnTo>
                    <a:pt x="75484" y="196699"/>
                  </a:lnTo>
                  <a:lnTo>
                    <a:pt x="75947" y="198494"/>
                  </a:lnTo>
                  <a:lnTo>
                    <a:pt x="76410" y="200172"/>
                  </a:lnTo>
                  <a:lnTo>
                    <a:pt x="76873" y="201793"/>
                  </a:lnTo>
                  <a:lnTo>
                    <a:pt x="77394" y="203356"/>
                  </a:lnTo>
                  <a:lnTo>
                    <a:pt x="77973" y="204803"/>
                  </a:lnTo>
                  <a:lnTo>
                    <a:pt x="78552" y="206135"/>
                  </a:lnTo>
                  <a:lnTo>
                    <a:pt x="79189" y="207408"/>
                  </a:lnTo>
                  <a:lnTo>
                    <a:pt x="79826" y="208566"/>
                  </a:lnTo>
                  <a:lnTo>
                    <a:pt x="80520" y="209550"/>
                  </a:lnTo>
                  <a:lnTo>
                    <a:pt x="179101" y="41273"/>
                  </a:lnTo>
                  <a:lnTo>
                    <a:pt x="179101" y="41273"/>
                  </a:lnTo>
                  <a:lnTo>
                    <a:pt x="177712" y="41331"/>
                  </a:lnTo>
                  <a:lnTo>
                    <a:pt x="176322" y="41447"/>
                  </a:lnTo>
                  <a:lnTo>
                    <a:pt x="174933" y="41621"/>
                  </a:lnTo>
                  <a:lnTo>
                    <a:pt x="173544" y="41852"/>
                  </a:lnTo>
                  <a:lnTo>
                    <a:pt x="172155" y="42084"/>
                  </a:lnTo>
                  <a:lnTo>
                    <a:pt x="170765" y="42373"/>
                  </a:lnTo>
                  <a:lnTo>
                    <a:pt x="169376" y="42720"/>
                  </a:lnTo>
                  <a:lnTo>
                    <a:pt x="167987" y="43068"/>
                  </a:lnTo>
                  <a:lnTo>
                    <a:pt x="165266" y="43878"/>
                  </a:lnTo>
                  <a:lnTo>
                    <a:pt x="162545" y="44804"/>
                  </a:lnTo>
                  <a:lnTo>
                    <a:pt x="159825" y="45846"/>
                  </a:lnTo>
                  <a:lnTo>
                    <a:pt x="157162" y="46888"/>
                  </a:lnTo>
                  <a:lnTo>
                    <a:pt x="151779" y="49146"/>
                  </a:lnTo>
                  <a:lnTo>
                    <a:pt x="146395" y="51461"/>
                  </a:lnTo>
                  <a:lnTo>
                    <a:pt x="143732" y="52561"/>
                  </a:lnTo>
                  <a:lnTo>
                    <a:pt x="141070" y="53603"/>
                  </a:lnTo>
                  <a:lnTo>
                    <a:pt x="138349" y="54587"/>
                  </a:lnTo>
                  <a:lnTo>
                    <a:pt x="135686" y="55455"/>
                  </a:lnTo>
                  <a:lnTo>
                    <a:pt x="135628" y="50246"/>
                  </a:lnTo>
                  <a:lnTo>
                    <a:pt x="135628" y="43878"/>
                  </a:lnTo>
                  <a:lnTo>
                    <a:pt x="135570" y="40347"/>
                  </a:lnTo>
                  <a:lnTo>
                    <a:pt x="135512" y="36758"/>
                  </a:lnTo>
                  <a:lnTo>
                    <a:pt x="135397" y="33053"/>
                  </a:lnTo>
                  <a:lnTo>
                    <a:pt x="135223" y="29349"/>
                  </a:lnTo>
                  <a:lnTo>
                    <a:pt x="134991" y="25644"/>
                  </a:lnTo>
                  <a:lnTo>
                    <a:pt x="134644" y="22055"/>
                  </a:lnTo>
                  <a:lnTo>
                    <a:pt x="134181" y="18582"/>
                  </a:lnTo>
                  <a:lnTo>
                    <a:pt x="133949" y="16903"/>
                  </a:lnTo>
                  <a:lnTo>
                    <a:pt x="133660" y="15340"/>
                  </a:lnTo>
                  <a:lnTo>
                    <a:pt x="133313" y="13777"/>
                  </a:lnTo>
                  <a:lnTo>
                    <a:pt x="132965" y="12272"/>
                  </a:lnTo>
                  <a:lnTo>
                    <a:pt x="132560" y="10883"/>
                  </a:lnTo>
                  <a:lnTo>
                    <a:pt x="132097" y="9551"/>
                  </a:lnTo>
                  <a:lnTo>
                    <a:pt x="131634" y="8278"/>
                  </a:lnTo>
                  <a:lnTo>
                    <a:pt x="131113" y="7178"/>
                  </a:lnTo>
                  <a:lnTo>
                    <a:pt x="130534" y="6078"/>
                  </a:lnTo>
                  <a:lnTo>
                    <a:pt x="129955" y="5152"/>
                  </a:lnTo>
                  <a:lnTo>
                    <a:pt x="129145" y="4052"/>
                  </a:lnTo>
                  <a:lnTo>
                    <a:pt x="128277" y="3010"/>
                  </a:lnTo>
                  <a:lnTo>
                    <a:pt x="127814" y="2547"/>
                  </a:lnTo>
                  <a:lnTo>
                    <a:pt x="127293" y="2026"/>
                  </a:lnTo>
                  <a:lnTo>
                    <a:pt x="126772" y="1621"/>
                  </a:lnTo>
                  <a:lnTo>
                    <a:pt x="126193" y="1216"/>
                  </a:lnTo>
                  <a:lnTo>
                    <a:pt x="125556" y="868"/>
                  </a:lnTo>
                  <a:lnTo>
                    <a:pt x="124919" y="579"/>
                  </a:lnTo>
                  <a:lnTo>
                    <a:pt x="124167" y="289"/>
                  </a:lnTo>
                  <a:lnTo>
                    <a:pt x="123414" y="116"/>
                  </a:lnTo>
                  <a:lnTo>
                    <a:pt x="1225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arker Grotesque"/>
                <a:ea typeface="Darker Grotesque"/>
                <a:cs typeface="Darker Grotesque"/>
                <a:sym typeface="Darker Grotesque"/>
              </a:endParaRPr>
            </a:p>
          </p:txBody>
        </p:sp>
        <p:sp>
          <p:nvSpPr>
            <p:cNvPr id="916" name="Google Shape;916;p85"/>
            <p:cNvSpPr txBox="1"/>
            <p:nvPr/>
          </p:nvSpPr>
          <p:spPr>
            <a:xfrm>
              <a:off x="5454238" y="768150"/>
              <a:ext cx="5229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66666"/>
                  </a:solidFill>
                  <a:latin typeface="Darker Grotesque"/>
                  <a:ea typeface="Darker Grotesque"/>
                  <a:cs typeface="Darker Grotesque"/>
                  <a:sym typeface="Darker Grotesque"/>
                </a:rPr>
                <a:t>TWO</a:t>
              </a:r>
              <a:endParaRPr b="1" sz="900">
                <a:solidFill>
                  <a:srgbClr val="666666"/>
                </a:solidFill>
                <a:latin typeface="Darker Grotesque"/>
                <a:ea typeface="Darker Grotesque"/>
                <a:cs typeface="Darker Grotesque"/>
                <a:sym typeface="Darker Grotesque"/>
              </a:endParaRPr>
            </a:p>
          </p:txBody>
        </p:sp>
        <p:cxnSp>
          <p:nvCxnSpPr>
            <p:cNvPr id="917" name="Google Shape;917;p85"/>
            <p:cNvCxnSpPr/>
            <p:nvPr/>
          </p:nvCxnSpPr>
          <p:spPr>
            <a:xfrm flipH="1" rot="10800000">
              <a:off x="4996975" y="295525"/>
              <a:ext cx="779400" cy="1350000"/>
            </a:xfrm>
            <a:prstGeom prst="straightConnector1">
              <a:avLst/>
            </a:prstGeom>
            <a:noFill/>
            <a:ln cap="flat" cmpd="sng" w="9525">
              <a:solidFill>
                <a:srgbClr val="3C4043"/>
              </a:solidFill>
              <a:prstDash val="solid"/>
              <a:round/>
              <a:headEnd len="med" w="med" type="none"/>
              <a:tailEnd len="med" w="med" type="none"/>
            </a:ln>
          </p:spPr>
        </p:cxnSp>
        <p:sp>
          <p:nvSpPr>
            <p:cNvPr id="918" name="Google Shape;918;p85"/>
            <p:cNvSpPr txBox="1"/>
            <p:nvPr/>
          </p:nvSpPr>
          <p:spPr>
            <a:xfrm>
              <a:off x="5188962" y="1205675"/>
              <a:ext cx="1568100" cy="351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200">
                  <a:solidFill>
                    <a:srgbClr val="5E5E5E"/>
                  </a:solidFill>
                  <a:latin typeface="Darker Grotesque SemiBold"/>
                  <a:ea typeface="Darker Grotesque SemiBold"/>
                  <a:cs typeface="Darker Grotesque SemiBold"/>
                  <a:sym typeface="Darker Grotesque SemiBold"/>
                </a:rPr>
                <a:t>Modular Architecture</a:t>
              </a:r>
              <a:endParaRPr sz="1200">
                <a:solidFill>
                  <a:srgbClr val="5E5E5E"/>
                </a:solidFill>
                <a:latin typeface="Darker Grotesque SemiBold"/>
                <a:ea typeface="Darker Grotesque SemiBold"/>
                <a:cs typeface="Darker Grotesque SemiBold"/>
                <a:sym typeface="Darker Grotesque SemiBold"/>
              </a:endParaRPr>
            </a:p>
          </p:txBody>
        </p:sp>
        <p:sp>
          <p:nvSpPr>
            <p:cNvPr id="919" name="Google Shape;919;p85"/>
            <p:cNvSpPr txBox="1"/>
            <p:nvPr/>
          </p:nvSpPr>
          <p:spPr>
            <a:xfrm>
              <a:off x="4298038" y="197075"/>
              <a:ext cx="1038000" cy="1084800"/>
            </a:xfrm>
            <a:prstGeom prst="rect">
              <a:avLst/>
            </a:prstGeom>
            <a:noFill/>
            <a:ln>
              <a:noFill/>
            </a:ln>
          </p:spPr>
          <p:txBody>
            <a:bodyPr anchorCtr="0" anchor="t" bIns="0" lIns="27425" spcFirstLastPara="1" rIns="91425" wrap="square" tIns="91425">
              <a:noAutofit/>
            </a:bodyPr>
            <a:lstStyle/>
            <a:p>
              <a:pPr indent="0" lvl="0" marL="0" rtl="0" algn="l">
                <a:spcBef>
                  <a:spcPts val="0"/>
                </a:spcBef>
                <a:spcAft>
                  <a:spcPts val="0"/>
                </a:spcAft>
                <a:buNone/>
              </a:pPr>
              <a:r>
                <a:rPr lang="en" sz="7200">
                  <a:solidFill>
                    <a:srgbClr val="5E5E5E"/>
                  </a:solidFill>
                  <a:latin typeface="Darker Grotesque Medium"/>
                  <a:ea typeface="Darker Grotesque Medium"/>
                  <a:cs typeface="Darker Grotesque Medium"/>
                  <a:sym typeface="Darker Grotesque Medium"/>
                </a:rPr>
                <a:t>02</a:t>
              </a:r>
              <a:endParaRPr sz="7200">
                <a:solidFill>
                  <a:srgbClr val="5E5E5E"/>
                </a:solidFill>
                <a:latin typeface="Darker Grotesque Medium"/>
                <a:ea typeface="Darker Grotesque Medium"/>
                <a:cs typeface="Darker Grotesque Medium"/>
                <a:sym typeface="Darker Grotesque Medium"/>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grpSp>
        <p:nvGrpSpPr>
          <p:cNvPr id="924" name="Google Shape;924;p86"/>
          <p:cNvGrpSpPr/>
          <p:nvPr/>
        </p:nvGrpSpPr>
        <p:grpSpPr>
          <a:xfrm>
            <a:off x="739875" y="395121"/>
            <a:ext cx="6511633" cy="486600"/>
            <a:chOff x="1670175" y="2328450"/>
            <a:chExt cx="6511633" cy="486600"/>
          </a:xfrm>
        </p:grpSpPr>
        <p:sp>
          <p:nvSpPr>
            <p:cNvPr id="925" name="Google Shape;925;p86"/>
            <p:cNvSpPr txBox="1"/>
            <p:nvPr/>
          </p:nvSpPr>
          <p:spPr>
            <a:xfrm>
              <a:off x="1670175" y="2388725"/>
              <a:ext cx="1492200" cy="378900"/>
            </a:xfrm>
            <a:prstGeom prst="rect">
              <a:avLst/>
            </a:prstGeom>
            <a:noFill/>
            <a:ln>
              <a:noFill/>
            </a:ln>
          </p:spPr>
          <p:txBody>
            <a:bodyPr anchorCtr="0" anchor="ctr" bIns="0" lIns="0" spcFirstLastPara="1" rIns="0" wrap="square" tIns="0">
              <a:noAutofit/>
            </a:bodyPr>
            <a:lstStyle/>
            <a:p>
              <a:pPr indent="0" lvl="0" marL="0" rtl="0" algn="ctr">
                <a:lnSpc>
                  <a:spcPct val="95000"/>
                </a:lnSpc>
                <a:spcBef>
                  <a:spcPts val="0"/>
                </a:spcBef>
                <a:spcAft>
                  <a:spcPts val="0"/>
                </a:spcAft>
                <a:buSzPts val="865"/>
                <a:buNone/>
              </a:pPr>
              <a:r>
                <a:rPr b="1" lang="en" sz="1295">
                  <a:solidFill>
                    <a:srgbClr val="DA7013"/>
                  </a:solidFill>
                </a:rPr>
                <a:t>Modular</a:t>
              </a:r>
              <a:r>
                <a:rPr b="1" lang="en" sz="1295">
                  <a:solidFill>
                    <a:srgbClr val="DA7013"/>
                  </a:solidFill>
                </a:rPr>
                <a:t> </a:t>
              </a:r>
              <a:r>
                <a:rPr b="1" lang="en" sz="1295">
                  <a:solidFill>
                    <a:srgbClr val="DA7013"/>
                  </a:solidFill>
                </a:rPr>
                <a:t>Architecture</a:t>
              </a:r>
              <a:r>
                <a:rPr b="1" lang="en" sz="1295">
                  <a:solidFill>
                    <a:srgbClr val="DA7013"/>
                  </a:solidFill>
                </a:rPr>
                <a:t>:</a:t>
              </a:r>
              <a:endParaRPr b="1" sz="1295">
                <a:solidFill>
                  <a:srgbClr val="DA7013"/>
                </a:solidFill>
              </a:endParaRPr>
            </a:p>
          </p:txBody>
        </p:sp>
        <p:sp>
          <p:nvSpPr>
            <p:cNvPr id="926" name="Google Shape;926;p86"/>
            <p:cNvSpPr/>
            <p:nvPr/>
          </p:nvSpPr>
          <p:spPr>
            <a:xfrm>
              <a:off x="3378650" y="2328450"/>
              <a:ext cx="1200600" cy="486600"/>
            </a:xfrm>
            <a:prstGeom prst="roundRect">
              <a:avLst>
                <a:gd fmla="val 50000" name="adj"/>
              </a:avLst>
            </a:prstGeom>
            <a:solidFill>
              <a:srgbClr val="DA70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27" name="Google Shape;927;p86"/>
            <p:cNvSpPr/>
            <p:nvPr/>
          </p:nvSpPr>
          <p:spPr>
            <a:xfrm>
              <a:off x="4579503" y="2328450"/>
              <a:ext cx="1200600" cy="486600"/>
            </a:xfrm>
            <a:prstGeom prst="roundRect">
              <a:avLst>
                <a:gd fmla="val 50000" name="adj"/>
              </a:avLst>
            </a:prstGeom>
            <a:solidFill>
              <a:srgbClr val="DA70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8" name="Google Shape;928;p86"/>
            <p:cNvSpPr/>
            <p:nvPr/>
          </p:nvSpPr>
          <p:spPr>
            <a:xfrm>
              <a:off x="5780355" y="2328450"/>
              <a:ext cx="1200600" cy="486600"/>
            </a:xfrm>
            <a:prstGeom prst="roundRect">
              <a:avLst>
                <a:gd fmla="val 50000" name="adj"/>
              </a:avLst>
            </a:prstGeom>
            <a:solidFill>
              <a:srgbClr val="DA70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9" name="Google Shape;929;p86"/>
            <p:cNvSpPr/>
            <p:nvPr/>
          </p:nvSpPr>
          <p:spPr>
            <a:xfrm>
              <a:off x="6981208" y="2328450"/>
              <a:ext cx="1200600" cy="486600"/>
            </a:xfrm>
            <a:prstGeom prst="roundRect">
              <a:avLst>
                <a:gd fmla="val 50000" name="adj"/>
              </a:avLst>
            </a:prstGeom>
            <a:solidFill>
              <a:srgbClr val="DA70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0" name="Google Shape;930;p86"/>
            <p:cNvSpPr txBox="1"/>
            <p:nvPr/>
          </p:nvSpPr>
          <p:spPr>
            <a:xfrm>
              <a:off x="3456125" y="2440997"/>
              <a:ext cx="1045800" cy="2616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000">
                  <a:solidFill>
                    <a:srgbClr val="0E0E0E"/>
                  </a:solidFill>
                </a:rPr>
                <a:t>Client</a:t>
              </a:r>
              <a:endParaRPr sz="1000">
                <a:solidFill>
                  <a:srgbClr val="0E0E0E"/>
                </a:solidFill>
              </a:endParaRPr>
            </a:p>
          </p:txBody>
        </p:sp>
        <p:sp>
          <p:nvSpPr>
            <p:cNvPr id="931" name="Google Shape;931;p86"/>
            <p:cNvSpPr txBox="1"/>
            <p:nvPr/>
          </p:nvSpPr>
          <p:spPr>
            <a:xfrm>
              <a:off x="4656986" y="2440904"/>
              <a:ext cx="1045800" cy="2616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000">
                  <a:solidFill>
                    <a:srgbClr val="0E0E0E"/>
                  </a:solidFill>
                </a:rPr>
                <a:t>Middleware</a:t>
              </a:r>
              <a:endParaRPr sz="1000">
                <a:solidFill>
                  <a:srgbClr val="0E0E0E"/>
                </a:solidFill>
              </a:endParaRPr>
            </a:p>
          </p:txBody>
        </p:sp>
        <p:sp>
          <p:nvSpPr>
            <p:cNvPr id="932" name="Google Shape;932;p86"/>
            <p:cNvSpPr txBox="1"/>
            <p:nvPr/>
          </p:nvSpPr>
          <p:spPr>
            <a:xfrm>
              <a:off x="5857839" y="2440904"/>
              <a:ext cx="1045800" cy="2616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000">
                  <a:solidFill>
                    <a:srgbClr val="0E0E0E"/>
                  </a:solidFill>
                </a:rPr>
                <a:t>Routes</a:t>
              </a:r>
              <a:endParaRPr sz="1000">
                <a:solidFill>
                  <a:srgbClr val="0E0E0E"/>
                </a:solidFill>
              </a:endParaRPr>
            </a:p>
          </p:txBody>
        </p:sp>
        <p:sp>
          <p:nvSpPr>
            <p:cNvPr id="933" name="Google Shape;933;p86"/>
            <p:cNvSpPr txBox="1"/>
            <p:nvPr/>
          </p:nvSpPr>
          <p:spPr>
            <a:xfrm>
              <a:off x="7058691" y="2440904"/>
              <a:ext cx="1045800" cy="2616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000">
                  <a:solidFill>
                    <a:srgbClr val="0E0E0E"/>
                  </a:solidFill>
                </a:rPr>
                <a:t>Models</a:t>
              </a:r>
              <a:endParaRPr sz="1000">
                <a:solidFill>
                  <a:srgbClr val="0E0E0E"/>
                </a:solidFill>
              </a:endParaRPr>
            </a:p>
          </p:txBody>
        </p:sp>
      </p:grpSp>
      <p:sp>
        <p:nvSpPr>
          <p:cNvPr id="934" name="Google Shape;934;p86"/>
          <p:cNvSpPr/>
          <p:nvPr/>
        </p:nvSpPr>
        <p:spPr>
          <a:xfrm>
            <a:off x="7251508" y="395121"/>
            <a:ext cx="1200600" cy="486600"/>
          </a:xfrm>
          <a:prstGeom prst="roundRect">
            <a:avLst>
              <a:gd fmla="val 50000" name="adj"/>
            </a:avLst>
          </a:prstGeom>
          <a:solidFill>
            <a:srgbClr val="DA70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5" name="Google Shape;935;p86"/>
          <p:cNvSpPr txBox="1"/>
          <p:nvPr/>
        </p:nvSpPr>
        <p:spPr>
          <a:xfrm>
            <a:off x="7328891" y="507625"/>
            <a:ext cx="1045800" cy="2616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000">
                <a:solidFill>
                  <a:srgbClr val="0E0E0E"/>
                </a:solidFill>
              </a:rPr>
              <a:t>Database</a:t>
            </a:r>
            <a:endParaRPr sz="1000">
              <a:solidFill>
                <a:srgbClr val="0E0E0E"/>
              </a:solidFill>
            </a:endParaRPr>
          </a:p>
        </p:txBody>
      </p:sp>
      <p:sp>
        <p:nvSpPr>
          <p:cNvPr id="936" name="Google Shape;936;p86"/>
          <p:cNvSpPr txBox="1"/>
          <p:nvPr/>
        </p:nvSpPr>
        <p:spPr>
          <a:xfrm>
            <a:off x="893000" y="988475"/>
            <a:ext cx="7559100" cy="39954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1800">
                <a:solidFill>
                  <a:schemeClr val="dk2"/>
                </a:solidFill>
              </a:rPr>
              <a:t>Backend Structure：</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/db				- database connection &amp; scheme</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/routes			- API endpoints</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/models			- business logic</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/middleware		- auth + logging</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	# improve security and debugging</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	auth.js		- route protection</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	logger.js		- request tracking</a:t>
            </a:r>
            <a:endParaRPr sz="1800">
              <a:solidFill>
                <a:schemeClr val="dk2"/>
              </a:solidFill>
            </a:endParaRPr>
          </a:p>
          <a:p>
            <a:pPr indent="0" lvl="0" marL="0" rtl="0" algn="l">
              <a:lnSpc>
                <a:spcPct val="150000"/>
              </a:lnSpc>
              <a:spcBef>
                <a:spcPts val="0"/>
              </a:spcBef>
              <a:spcAft>
                <a:spcPts val="0"/>
              </a:spcAft>
              <a:buNone/>
            </a:pPr>
            <a:r>
              <a:rPr lang="en" sz="1800">
                <a:solidFill>
                  <a:schemeClr val="dk2"/>
                </a:solidFill>
              </a:rPr>
              <a:t>	rateLimiter.js	- limit request</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DF"/>
        </a:solidFill>
      </p:bgPr>
    </p:bg>
    <p:spTree>
      <p:nvGrpSpPr>
        <p:cNvPr id="940" name="Shape 940"/>
        <p:cNvGrpSpPr/>
        <p:nvPr/>
      </p:nvGrpSpPr>
      <p:grpSpPr>
        <a:xfrm>
          <a:off x="0" y="0"/>
          <a:ext cx="0" cy="0"/>
          <a:chOff x="0" y="0"/>
          <a:chExt cx="0" cy="0"/>
        </a:xfrm>
      </p:grpSpPr>
      <p:pic>
        <p:nvPicPr>
          <p:cNvPr id="941" name="Google Shape;941;p87"/>
          <p:cNvPicPr preferRelativeResize="0"/>
          <p:nvPr>
            <p:ph idx="2" type="pic"/>
          </p:nvPr>
        </p:nvPicPr>
        <p:blipFill rotWithShape="1">
          <a:blip r:embed="rId3">
            <a:alphaModFix/>
          </a:blip>
          <a:srcRect b="2615" l="0" r="0" t="2606"/>
          <a:stretch/>
        </p:blipFill>
        <p:spPr>
          <a:xfrm>
            <a:off x="5617800" y="0"/>
            <a:ext cx="3526199" cy="5177101"/>
          </a:xfrm>
          <a:prstGeom prst="rect">
            <a:avLst/>
          </a:prstGeom>
        </p:spPr>
      </p:pic>
      <p:sp>
        <p:nvSpPr>
          <p:cNvPr id="942" name="Google Shape;942;p87"/>
          <p:cNvSpPr txBox="1"/>
          <p:nvPr>
            <p:ph type="title"/>
          </p:nvPr>
        </p:nvSpPr>
        <p:spPr>
          <a:xfrm>
            <a:off x="487725" y="515475"/>
            <a:ext cx="4179900" cy="51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DA7013"/>
                </a:solidFill>
                <a:latin typeface="Arial"/>
                <a:ea typeface="Arial"/>
                <a:cs typeface="Arial"/>
                <a:sym typeface="Arial"/>
              </a:rPr>
              <a:t>RESTful API Design</a:t>
            </a:r>
            <a:endParaRPr>
              <a:solidFill>
                <a:srgbClr val="DA7013"/>
              </a:solidFill>
              <a:latin typeface="Arial"/>
              <a:ea typeface="Arial"/>
              <a:cs typeface="Arial"/>
              <a:sym typeface="Arial"/>
            </a:endParaRPr>
          </a:p>
        </p:txBody>
      </p:sp>
      <p:sp>
        <p:nvSpPr>
          <p:cNvPr id="943" name="Google Shape;943;p87"/>
          <p:cNvSpPr txBox="1"/>
          <p:nvPr/>
        </p:nvSpPr>
        <p:spPr>
          <a:xfrm>
            <a:off x="504475" y="1080500"/>
            <a:ext cx="4067400" cy="1795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Follows RESTful architecture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Uses standard HTTP methods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JSON-based communication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Protected with auth middleware</a:t>
            </a:r>
            <a:endParaRPr sz="1800">
              <a:solidFill>
                <a:schemeClr val="dk1"/>
              </a:solidFill>
            </a:endParaRPr>
          </a:p>
        </p:txBody>
      </p:sp>
      <p:sp>
        <p:nvSpPr>
          <p:cNvPr id="944" name="Google Shape;944;p87"/>
          <p:cNvSpPr txBox="1"/>
          <p:nvPr/>
        </p:nvSpPr>
        <p:spPr>
          <a:xfrm>
            <a:off x="557446" y="2921425"/>
            <a:ext cx="3428700" cy="128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rPr>
              <a:t>Example Endpoints:</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POST	/api/profiles/me</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GET	/api/profiles/me</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POST	/api/users/register</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GET	/api/users/me</a:t>
            </a:r>
            <a:endParaRPr sz="1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DF"/>
        </a:solidFill>
      </p:bgPr>
    </p:bg>
    <p:spTree>
      <p:nvGrpSpPr>
        <p:cNvPr id="948" name="Shape 948"/>
        <p:cNvGrpSpPr/>
        <p:nvPr/>
      </p:nvGrpSpPr>
      <p:grpSpPr>
        <a:xfrm>
          <a:off x="0" y="0"/>
          <a:ext cx="0" cy="0"/>
          <a:chOff x="0" y="0"/>
          <a:chExt cx="0" cy="0"/>
        </a:xfrm>
      </p:grpSpPr>
      <p:pic>
        <p:nvPicPr>
          <p:cNvPr id="949" name="Google Shape;949;p88"/>
          <p:cNvPicPr preferRelativeResize="0"/>
          <p:nvPr>
            <p:ph idx="2" type="pic"/>
          </p:nvPr>
        </p:nvPicPr>
        <p:blipFill rotWithShape="1">
          <a:blip r:embed="rId3">
            <a:alphaModFix/>
          </a:blip>
          <a:srcRect b="3200" l="0" r="0" t="3210"/>
          <a:stretch/>
        </p:blipFill>
        <p:spPr>
          <a:xfrm>
            <a:off x="574650" y="1229050"/>
            <a:ext cx="3526200" cy="3300001"/>
          </a:xfrm>
          <a:prstGeom prst="rect">
            <a:avLst/>
          </a:prstGeom>
        </p:spPr>
      </p:pic>
      <p:sp>
        <p:nvSpPr>
          <p:cNvPr id="950" name="Google Shape;950;p88"/>
          <p:cNvSpPr txBox="1"/>
          <p:nvPr>
            <p:ph idx="1" type="body"/>
          </p:nvPr>
        </p:nvSpPr>
        <p:spPr>
          <a:xfrm>
            <a:off x="5137100" y="1124700"/>
            <a:ext cx="3705900" cy="321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Arial"/>
                <a:ea typeface="Arial"/>
                <a:cs typeface="Arial"/>
                <a:sym typeface="Arial"/>
              </a:rPr>
              <a:t>Database: SQLite</a:t>
            </a:r>
            <a:endParaRPr sz="1500">
              <a:latin typeface="Arial"/>
              <a:ea typeface="Arial"/>
              <a:cs typeface="Arial"/>
              <a:sym typeface="Arial"/>
            </a:endParaRPr>
          </a:p>
          <a:p>
            <a:pPr indent="0" lvl="0" marL="0" rtl="0" algn="l">
              <a:spcBef>
                <a:spcPts val="1200"/>
              </a:spcBef>
              <a:spcAft>
                <a:spcPts val="0"/>
              </a:spcAft>
              <a:buNone/>
            </a:pPr>
            <a:r>
              <a:rPr lang="en" sz="1500">
                <a:latin typeface="Arial"/>
                <a:ea typeface="Arial"/>
                <a:cs typeface="Arial"/>
                <a:sym typeface="Arial"/>
              </a:rPr>
              <a:t>Why SQLite?:</a:t>
            </a:r>
            <a:endParaRPr sz="1500">
              <a:latin typeface="Arial"/>
              <a:ea typeface="Arial"/>
              <a:cs typeface="Arial"/>
              <a:sym typeface="Arial"/>
            </a:endParaRPr>
          </a:p>
          <a:p>
            <a:pPr indent="-323850" lvl="0" marL="457200" rtl="0" algn="l">
              <a:spcBef>
                <a:spcPts val="1200"/>
              </a:spcBef>
              <a:spcAft>
                <a:spcPts val="0"/>
              </a:spcAft>
              <a:buSzPts val="1500"/>
              <a:buChar char="●"/>
            </a:pPr>
            <a:r>
              <a:rPr b="1" lang="en" sz="1500">
                <a:latin typeface="Arial"/>
                <a:ea typeface="Arial"/>
                <a:cs typeface="Arial"/>
                <a:sym typeface="Arial"/>
              </a:rPr>
              <a:t>Lightweight &amp; serverless</a:t>
            </a:r>
            <a:r>
              <a:rPr lang="en" sz="1500">
                <a:latin typeface="Arial"/>
                <a:ea typeface="Arial"/>
                <a:cs typeface="Arial"/>
                <a:sym typeface="Arial"/>
              </a:rPr>
              <a:t>: Requires minimal setup and overhead.</a:t>
            </a:r>
            <a:endParaRPr sz="1500">
              <a:latin typeface="Arial"/>
              <a:ea typeface="Arial"/>
              <a:cs typeface="Arial"/>
              <a:sym typeface="Arial"/>
            </a:endParaRPr>
          </a:p>
          <a:p>
            <a:pPr indent="-323850" lvl="0" marL="457200" rtl="0" algn="l">
              <a:spcBef>
                <a:spcPts val="0"/>
              </a:spcBef>
              <a:spcAft>
                <a:spcPts val="0"/>
              </a:spcAft>
              <a:buSzPts val="1500"/>
              <a:buChar char="●"/>
            </a:pPr>
            <a:r>
              <a:rPr b="1" lang="en" sz="1500">
                <a:latin typeface="Arial"/>
                <a:ea typeface="Arial"/>
                <a:cs typeface="Arial"/>
                <a:sym typeface="Arial"/>
              </a:rPr>
              <a:t>Easy to </a:t>
            </a:r>
            <a:r>
              <a:rPr b="1" lang="en" sz="1500">
                <a:latin typeface="Arial"/>
                <a:ea typeface="Arial"/>
                <a:cs typeface="Arial"/>
                <a:sym typeface="Arial"/>
              </a:rPr>
              <a:t>setup</a:t>
            </a:r>
            <a:r>
              <a:rPr b="1" lang="en" sz="1500">
                <a:latin typeface="Arial"/>
                <a:ea typeface="Arial"/>
                <a:cs typeface="Arial"/>
                <a:sym typeface="Arial"/>
              </a:rPr>
              <a:t> and deploy</a:t>
            </a:r>
            <a:r>
              <a:rPr lang="en" sz="1500">
                <a:latin typeface="Arial"/>
                <a:ea typeface="Arial"/>
                <a:cs typeface="Arial"/>
                <a:sym typeface="Arial"/>
              </a:rPr>
              <a:t>: Simplifies the development process.</a:t>
            </a:r>
            <a:endParaRPr sz="1500">
              <a:latin typeface="Arial"/>
              <a:ea typeface="Arial"/>
              <a:cs typeface="Arial"/>
              <a:sym typeface="Arial"/>
            </a:endParaRPr>
          </a:p>
          <a:p>
            <a:pPr indent="-323850" lvl="0" marL="457200" rtl="0" algn="l">
              <a:spcBef>
                <a:spcPts val="0"/>
              </a:spcBef>
              <a:spcAft>
                <a:spcPts val="0"/>
              </a:spcAft>
              <a:buSzPts val="1500"/>
              <a:buChar char="●"/>
            </a:pPr>
            <a:r>
              <a:rPr b="1" lang="en" sz="1500">
                <a:latin typeface="Arial"/>
                <a:ea typeface="Arial"/>
                <a:cs typeface="Arial"/>
                <a:sym typeface="Arial"/>
              </a:rPr>
              <a:t>Perfect for small-to-medium apps</a:t>
            </a:r>
            <a:r>
              <a:rPr lang="en" sz="1500">
                <a:latin typeface="Arial"/>
                <a:ea typeface="Arial"/>
                <a:cs typeface="Arial"/>
                <a:sym typeface="Arial"/>
              </a:rPr>
              <a:t>: Provides sufficient performance for the project scope.</a:t>
            </a:r>
            <a:endParaRPr sz="1500">
              <a:latin typeface="Arial"/>
              <a:ea typeface="Arial"/>
              <a:cs typeface="Arial"/>
              <a:sym typeface="Arial"/>
            </a:endParaRPr>
          </a:p>
          <a:p>
            <a:pPr indent="-323850" lvl="0" marL="457200" rtl="0" algn="l">
              <a:spcBef>
                <a:spcPts val="0"/>
              </a:spcBef>
              <a:spcAft>
                <a:spcPts val="0"/>
              </a:spcAft>
              <a:buSzPts val="1500"/>
              <a:buChar char="●"/>
            </a:pPr>
            <a:r>
              <a:rPr b="1" lang="en" sz="1500">
                <a:latin typeface="Arial"/>
                <a:ea typeface="Arial"/>
                <a:cs typeface="Arial"/>
                <a:sym typeface="Arial"/>
              </a:rPr>
              <a:t>Works well with Node.js</a:t>
            </a:r>
            <a:r>
              <a:rPr lang="en" sz="1500">
                <a:latin typeface="Arial"/>
                <a:ea typeface="Arial"/>
                <a:cs typeface="Arial"/>
                <a:sym typeface="Arial"/>
              </a:rPr>
              <a:t>: Integrates seamlessly with the backend environment.</a:t>
            </a:r>
            <a:endParaRPr sz="1500">
              <a:latin typeface="Arial"/>
              <a:ea typeface="Arial"/>
              <a:cs typeface="Arial"/>
              <a:sym typeface="Arial"/>
            </a:endParaRPr>
          </a:p>
          <a:p>
            <a:pPr indent="0" lvl="0" marL="0" rtl="0" algn="l">
              <a:spcBef>
                <a:spcPts val="1200"/>
              </a:spcBef>
              <a:spcAft>
                <a:spcPts val="0"/>
              </a:spcAft>
              <a:buNone/>
            </a:pPr>
            <a:r>
              <a:rPr lang="en" sz="1500">
                <a:latin typeface="Arial"/>
                <a:ea typeface="Arial"/>
                <a:cs typeface="Arial"/>
                <a:sym typeface="Arial"/>
              </a:rPr>
              <a:t>SQLite runs directly as a file on the server, simplifying management.</a:t>
            </a:r>
            <a:endParaRPr sz="1500">
              <a:latin typeface="Arial"/>
              <a:ea typeface="Arial"/>
              <a:cs typeface="Arial"/>
              <a:sym typeface="Arial"/>
            </a:endParaRPr>
          </a:p>
          <a:p>
            <a:pPr indent="0" lvl="0" marL="0" rtl="0" algn="l">
              <a:spcBef>
                <a:spcPts val="1200"/>
              </a:spcBef>
              <a:spcAft>
                <a:spcPts val="1200"/>
              </a:spcAft>
              <a:buNone/>
            </a:pPr>
            <a:r>
              <a:t/>
            </a:r>
            <a:endParaRPr sz="1500">
              <a:latin typeface="Arial"/>
              <a:ea typeface="Arial"/>
              <a:cs typeface="Arial"/>
              <a:sym typeface="Arial"/>
            </a:endParaRPr>
          </a:p>
        </p:txBody>
      </p:sp>
      <p:sp>
        <p:nvSpPr>
          <p:cNvPr id="951" name="Google Shape;951;p88"/>
          <p:cNvSpPr txBox="1"/>
          <p:nvPr>
            <p:ph type="title"/>
          </p:nvPr>
        </p:nvSpPr>
        <p:spPr>
          <a:xfrm>
            <a:off x="574650" y="332975"/>
            <a:ext cx="3526200" cy="45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DA7013"/>
                </a:solidFill>
                <a:latin typeface="Arial"/>
                <a:ea typeface="Arial"/>
                <a:cs typeface="Arial"/>
                <a:sym typeface="Arial"/>
              </a:rPr>
              <a:t>Database </a:t>
            </a:r>
            <a:r>
              <a:rPr lang="en">
                <a:solidFill>
                  <a:srgbClr val="DA7013"/>
                </a:solidFill>
                <a:latin typeface="Arial"/>
                <a:ea typeface="Arial"/>
                <a:cs typeface="Arial"/>
                <a:sym typeface="Arial"/>
              </a:rPr>
              <a:t>Choice</a:t>
            </a:r>
            <a:endParaRPr>
              <a:solidFill>
                <a:srgbClr val="DA701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DF"/>
        </a:solidFill>
      </p:bgPr>
    </p:bg>
    <p:spTree>
      <p:nvGrpSpPr>
        <p:cNvPr id="955" name="Shape 955"/>
        <p:cNvGrpSpPr/>
        <p:nvPr/>
      </p:nvGrpSpPr>
      <p:grpSpPr>
        <a:xfrm>
          <a:off x="0" y="0"/>
          <a:ext cx="0" cy="0"/>
          <a:chOff x="0" y="0"/>
          <a:chExt cx="0" cy="0"/>
        </a:xfrm>
      </p:grpSpPr>
      <p:pic>
        <p:nvPicPr>
          <p:cNvPr id="956" name="Google Shape;956;p89"/>
          <p:cNvPicPr preferRelativeResize="0"/>
          <p:nvPr>
            <p:ph idx="2" type="pic"/>
          </p:nvPr>
        </p:nvPicPr>
        <p:blipFill rotWithShape="1">
          <a:blip r:embed="rId3">
            <a:alphaModFix/>
          </a:blip>
          <a:srcRect b="3200" l="0" r="0" t="3210"/>
          <a:stretch/>
        </p:blipFill>
        <p:spPr>
          <a:xfrm>
            <a:off x="574650" y="1229050"/>
            <a:ext cx="3526200" cy="3300001"/>
          </a:xfrm>
          <a:prstGeom prst="rect">
            <a:avLst/>
          </a:prstGeom>
        </p:spPr>
      </p:pic>
      <p:sp>
        <p:nvSpPr>
          <p:cNvPr id="957" name="Google Shape;957;p89"/>
          <p:cNvSpPr txBox="1"/>
          <p:nvPr>
            <p:ph idx="1" type="body"/>
          </p:nvPr>
        </p:nvSpPr>
        <p:spPr>
          <a:xfrm>
            <a:off x="4939075" y="907200"/>
            <a:ext cx="4012500" cy="357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Arial"/>
                <a:ea typeface="Arial"/>
                <a:cs typeface="Arial"/>
                <a:sym typeface="Arial"/>
              </a:rPr>
              <a:t>We use a relational database design: </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b="1" lang="en" sz="1400">
                <a:latin typeface="Arial"/>
                <a:ea typeface="Arial"/>
                <a:cs typeface="Arial"/>
                <a:sym typeface="Arial"/>
              </a:rPr>
              <a:t>users</a:t>
            </a:r>
            <a:endParaRPr b="1" sz="1400">
              <a:latin typeface="Arial"/>
              <a:ea typeface="Arial"/>
              <a:cs typeface="Arial"/>
              <a:sym typeface="Arial"/>
            </a:endParaRPr>
          </a:p>
          <a:p>
            <a:pPr indent="-317500" lvl="0" marL="457200" rtl="0" algn="l">
              <a:spcBef>
                <a:spcPts val="0"/>
              </a:spcBef>
              <a:spcAft>
                <a:spcPts val="0"/>
              </a:spcAft>
              <a:buSzPts val="1400"/>
              <a:buFont typeface="Arial"/>
              <a:buChar char="●"/>
            </a:pPr>
            <a:r>
              <a:rPr b="1" lang="en" sz="1400">
                <a:latin typeface="Arial"/>
                <a:ea typeface="Arial"/>
                <a:cs typeface="Arial"/>
                <a:sym typeface="Arial"/>
              </a:rPr>
              <a:t>study_sessions</a:t>
            </a:r>
            <a:endParaRPr b="1" sz="1400">
              <a:latin typeface="Arial"/>
              <a:ea typeface="Arial"/>
              <a:cs typeface="Arial"/>
              <a:sym typeface="Arial"/>
            </a:endParaRPr>
          </a:p>
          <a:p>
            <a:pPr indent="-317500" lvl="0" marL="457200" rtl="0" algn="l">
              <a:spcBef>
                <a:spcPts val="0"/>
              </a:spcBef>
              <a:spcAft>
                <a:spcPts val="0"/>
              </a:spcAft>
              <a:buSzPts val="1400"/>
              <a:buFont typeface="Arial"/>
              <a:buChar char="●"/>
            </a:pPr>
            <a:r>
              <a:rPr b="1" lang="en" sz="1400">
                <a:latin typeface="Arial"/>
                <a:ea typeface="Arial"/>
                <a:cs typeface="Arial"/>
                <a:sym typeface="Arial"/>
              </a:rPr>
              <a:t>study_buddies</a:t>
            </a:r>
            <a:endParaRPr b="1" sz="1400">
              <a:latin typeface="Arial"/>
              <a:ea typeface="Arial"/>
              <a:cs typeface="Arial"/>
              <a:sym typeface="Arial"/>
            </a:endParaRPr>
          </a:p>
          <a:p>
            <a:pPr indent="0" lvl="0" marL="0" rtl="0" algn="l">
              <a:spcBef>
                <a:spcPts val="1200"/>
              </a:spcBef>
              <a:spcAft>
                <a:spcPts val="0"/>
              </a:spcAft>
              <a:buNone/>
            </a:pPr>
            <a:r>
              <a:rPr lang="en" sz="1400">
                <a:latin typeface="Arial"/>
                <a:ea typeface="Arial"/>
                <a:cs typeface="Arial"/>
                <a:sym typeface="Arial"/>
              </a:rPr>
              <a:t>Each table has a </a:t>
            </a:r>
            <a:r>
              <a:rPr b="1" lang="en" sz="1400">
                <a:latin typeface="Arial"/>
                <a:ea typeface="Arial"/>
                <a:cs typeface="Arial"/>
                <a:sym typeface="Arial"/>
              </a:rPr>
              <a:t>primary key</a:t>
            </a:r>
            <a:r>
              <a:rPr lang="en" sz="1400">
                <a:latin typeface="Arial"/>
                <a:ea typeface="Arial"/>
                <a:cs typeface="Arial"/>
                <a:sym typeface="Arial"/>
              </a:rPr>
              <a:t> and is connected by </a:t>
            </a:r>
            <a:r>
              <a:rPr b="1" lang="en" sz="1400">
                <a:latin typeface="Arial"/>
                <a:ea typeface="Arial"/>
                <a:cs typeface="Arial"/>
                <a:sym typeface="Arial"/>
              </a:rPr>
              <a:t>foreign keys</a:t>
            </a:r>
            <a:r>
              <a:rPr lang="en" sz="1400">
                <a:latin typeface="Arial"/>
                <a:ea typeface="Arial"/>
                <a:cs typeface="Arial"/>
                <a:sym typeface="Arial"/>
              </a:rPr>
              <a:t> to model relationships. </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lang="en" sz="1400">
                <a:latin typeface="Arial"/>
                <a:ea typeface="Arial"/>
                <a:cs typeface="Arial"/>
                <a:sym typeface="Arial"/>
              </a:rPr>
              <a:t>One user → Many study sessions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One user → Many study buddies</a:t>
            </a:r>
            <a:endParaRPr sz="1400">
              <a:latin typeface="Arial"/>
              <a:ea typeface="Arial"/>
              <a:cs typeface="Arial"/>
              <a:sym typeface="Arial"/>
            </a:endParaRPr>
          </a:p>
          <a:p>
            <a:pPr indent="0" lvl="0" marL="0" rtl="0" algn="l">
              <a:spcBef>
                <a:spcPts val="1200"/>
              </a:spcBef>
              <a:spcAft>
                <a:spcPts val="0"/>
              </a:spcAft>
              <a:buNone/>
            </a:pPr>
            <a:r>
              <a:rPr lang="en" sz="1400">
                <a:latin typeface="Arial"/>
                <a:ea typeface="Arial"/>
                <a:cs typeface="Arial"/>
                <a:sym typeface="Arial"/>
              </a:rPr>
              <a:t>This structure ensures:</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lang="en" sz="1400">
                <a:latin typeface="Arial"/>
                <a:ea typeface="Arial"/>
                <a:cs typeface="Arial"/>
                <a:sym typeface="Arial"/>
              </a:rPr>
              <a:t>Reduced data redundancy by normalizing the data.</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Data integrity through defined relationships and constraints.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Easy querying using SQL for efficient data retrieval.</a:t>
            </a:r>
            <a:endParaRPr sz="1400">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
        <p:nvSpPr>
          <p:cNvPr id="958" name="Google Shape;958;p89"/>
          <p:cNvSpPr txBox="1"/>
          <p:nvPr>
            <p:ph type="title"/>
          </p:nvPr>
        </p:nvSpPr>
        <p:spPr>
          <a:xfrm>
            <a:off x="574650" y="332975"/>
            <a:ext cx="3526200" cy="45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DA7013"/>
                </a:solidFill>
                <a:latin typeface="Arial"/>
                <a:ea typeface="Arial"/>
                <a:cs typeface="Arial"/>
                <a:sym typeface="Arial"/>
              </a:rPr>
              <a:t>Database design (</a:t>
            </a:r>
            <a:r>
              <a:rPr lang="en">
                <a:solidFill>
                  <a:srgbClr val="DA7013"/>
                </a:solidFill>
                <a:latin typeface="Arial"/>
                <a:ea typeface="Arial"/>
                <a:cs typeface="Arial"/>
                <a:sym typeface="Arial"/>
              </a:rPr>
              <a:t>R</a:t>
            </a:r>
            <a:r>
              <a:rPr lang="en">
                <a:solidFill>
                  <a:srgbClr val="DA7013"/>
                </a:solidFill>
                <a:latin typeface="Arial"/>
                <a:ea typeface="Arial"/>
                <a:cs typeface="Arial"/>
                <a:sym typeface="Arial"/>
              </a:rPr>
              <a:t>elational model)</a:t>
            </a:r>
            <a:endParaRPr>
              <a:solidFill>
                <a:srgbClr val="DA701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9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Testing</a:t>
            </a:r>
            <a:endParaRPr/>
          </a:p>
        </p:txBody>
      </p:sp>
      <p:sp>
        <p:nvSpPr>
          <p:cNvPr id="964" name="Google Shape;964;p90"/>
          <p:cNvSpPr txBox="1"/>
          <p:nvPr>
            <p:ph idx="1" type="subTitle"/>
          </p:nvPr>
        </p:nvSpPr>
        <p:spPr>
          <a:xfrm>
            <a:off x="202450" y="27971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
            </a:r>
            <a:r>
              <a:rPr lang="en"/>
              <a:t>exiaoZhang（Elijah）</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91"/>
          <p:cNvSpPr txBox="1"/>
          <p:nvPr>
            <p:ph type="ctrTitle"/>
          </p:nvPr>
        </p:nvSpPr>
        <p:spPr>
          <a:xfrm>
            <a:off x="1572500" y="114225"/>
            <a:ext cx="6942000" cy="509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sz="4800"/>
          </a:p>
          <a:p>
            <a:pPr indent="0" lvl="0" marL="0" rtl="0" algn="l">
              <a:spcBef>
                <a:spcPts val="0"/>
              </a:spcBef>
              <a:spcAft>
                <a:spcPts val="0"/>
              </a:spcAft>
              <a:buNone/>
            </a:pPr>
            <a:r>
              <a:rPr lang="en" sz="3466"/>
              <a:t>          T</a:t>
            </a:r>
            <a:r>
              <a:rPr lang="en" sz="3466"/>
              <a:t>esting Strategy</a:t>
            </a:r>
            <a:endParaRPr sz="3466"/>
          </a:p>
        </p:txBody>
      </p:sp>
      <p:sp>
        <p:nvSpPr>
          <p:cNvPr id="970" name="Google Shape;970;p91"/>
          <p:cNvSpPr txBox="1"/>
          <p:nvPr>
            <p:ph idx="1" type="subTitle"/>
          </p:nvPr>
        </p:nvSpPr>
        <p:spPr>
          <a:xfrm>
            <a:off x="50425" y="531175"/>
            <a:ext cx="9144000" cy="44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applied a multi-layer testing strategy across the entire Study Buddy system.</a:t>
            </a:r>
            <a:endParaRPr sz="2400"/>
          </a:p>
          <a:p>
            <a:pPr indent="0" lvl="0" marL="0" rtl="0" algn="l">
              <a:spcBef>
                <a:spcPts val="0"/>
              </a:spcBef>
              <a:spcAft>
                <a:spcPts val="0"/>
              </a:spcAft>
              <a:buNone/>
            </a:pPr>
            <a:r>
              <a:rPr b="1" lang="en" sz="2400">
                <a:solidFill>
                  <a:schemeClr val="dk1"/>
                </a:solidFill>
              </a:rPr>
              <a:t>Frontend tests:</a:t>
            </a:r>
            <a:r>
              <a:rPr lang="en" sz="2400">
                <a:solidFill>
                  <a:schemeClr val="dk1"/>
                </a:solidFill>
              </a:rPr>
              <a:t> UI rendering, navigation, form validation, and user actions.</a:t>
            </a:r>
            <a:endParaRPr sz="2400">
              <a:solidFill>
                <a:schemeClr val="dk1"/>
              </a:solidFill>
            </a:endParaRPr>
          </a:p>
          <a:p>
            <a:pPr indent="0" lvl="0" marL="0" rtl="0" algn="l">
              <a:spcBef>
                <a:spcPts val="0"/>
              </a:spcBef>
              <a:spcAft>
                <a:spcPts val="0"/>
              </a:spcAft>
              <a:buNone/>
            </a:pPr>
            <a:r>
              <a:t/>
            </a:r>
            <a:endParaRPr b="1" sz="2400">
              <a:solidFill>
                <a:schemeClr val="dk1"/>
              </a:solidFill>
            </a:endParaRPr>
          </a:p>
          <a:p>
            <a:pPr indent="0" lvl="0" marL="0" rtl="0" algn="l">
              <a:spcBef>
                <a:spcPts val="0"/>
              </a:spcBef>
              <a:spcAft>
                <a:spcPts val="0"/>
              </a:spcAft>
              <a:buNone/>
            </a:pPr>
            <a:r>
              <a:rPr b="1" lang="en" sz="2400">
                <a:solidFill>
                  <a:schemeClr val="dk1"/>
                </a:solidFill>
              </a:rPr>
              <a:t>Backend tests:</a:t>
            </a:r>
            <a:r>
              <a:rPr lang="en" sz="2400">
                <a:solidFill>
                  <a:schemeClr val="dk1"/>
                </a:solidFill>
              </a:rPr>
              <a:t> REST API endpoints, authentication, input validation, DB operations.</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 sz="2400">
                <a:solidFill>
                  <a:schemeClr val="dk1"/>
                </a:solidFill>
              </a:rPr>
              <a:t>Automated testing with Jest + React Native Testing Library + Supertest.Enabled coverage to evaluate code quality and completeness.</a:t>
            </a:r>
            <a:endParaRPr sz="24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92"/>
          <p:cNvSpPr txBox="1"/>
          <p:nvPr>
            <p:ph type="ctrTitle"/>
          </p:nvPr>
        </p:nvSpPr>
        <p:spPr>
          <a:xfrm>
            <a:off x="1168975" y="226950"/>
            <a:ext cx="6244500" cy="421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Frontend Testing</a:t>
            </a:r>
            <a:endParaRPr sz="3100"/>
          </a:p>
        </p:txBody>
      </p:sp>
      <p:pic>
        <p:nvPicPr>
          <p:cNvPr id="976" name="Google Shape;976;p92"/>
          <p:cNvPicPr preferRelativeResize="0"/>
          <p:nvPr/>
        </p:nvPicPr>
        <p:blipFill>
          <a:blip r:embed="rId3">
            <a:alphaModFix/>
          </a:blip>
          <a:stretch>
            <a:fillRect/>
          </a:stretch>
        </p:blipFill>
        <p:spPr>
          <a:xfrm>
            <a:off x="-45450" y="822826"/>
            <a:ext cx="4520824" cy="3863773"/>
          </a:xfrm>
          <a:prstGeom prst="rect">
            <a:avLst/>
          </a:prstGeom>
          <a:noFill/>
          <a:ln>
            <a:noFill/>
          </a:ln>
        </p:spPr>
      </p:pic>
      <p:pic>
        <p:nvPicPr>
          <p:cNvPr id="977" name="Google Shape;977;p92"/>
          <p:cNvPicPr preferRelativeResize="0"/>
          <p:nvPr/>
        </p:nvPicPr>
        <p:blipFill>
          <a:blip r:embed="rId4">
            <a:alphaModFix/>
          </a:blip>
          <a:stretch>
            <a:fillRect/>
          </a:stretch>
        </p:blipFill>
        <p:spPr>
          <a:xfrm>
            <a:off x="4488700" y="1716250"/>
            <a:ext cx="4520825" cy="2109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93"/>
          <p:cNvSpPr txBox="1"/>
          <p:nvPr>
            <p:ph type="ctrTitle"/>
          </p:nvPr>
        </p:nvSpPr>
        <p:spPr>
          <a:xfrm>
            <a:off x="891600" y="60525"/>
            <a:ext cx="6874800" cy="663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Backend Testing</a:t>
            </a:r>
            <a:endParaRPr sz="3100"/>
          </a:p>
        </p:txBody>
      </p:sp>
      <p:pic>
        <p:nvPicPr>
          <p:cNvPr id="983" name="Google Shape;983;p93"/>
          <p:cNvPicPr preferRelativeResize="0"/>
          <p:nvPr/>
        </p:nvPicPr>
        <p:blipFill>
          <a:blip r:embed="rId3">
            <a:alphaModFix/>
          </a:blip>
          <a:stretch>
            <a:fillRect/>
          </a:stretch>
        </p:blipFill>
        <p:spPr>
          <a:xfrm>
            <a:off x="753713" y="885250"/>
            <a:ext cx="7469924" cy="3797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94"/>
          <p:cNvSpPr txBox="1"/>
          <p:nvPr>
            <p:ph type="ctrTitle"/>
          </p:nvPr>
        </p:nvSpPr>
        <p:spPr>
          <a:xfrm>
            <a:off x="748725" y="147850"/>
            <a:ext cx="7152300" cy="68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00"/>
              <a:t>Test Coverage &amp; Reliability</a:t>
            </a:r>
            <a:endParaRPr sz="3100"/>
          </a:p>
        </p:txBody>
      </p:sp>
      <p:sp>
        <p:nvSpPr>
          <p:cNvPr id="989" name="Google Shape;989;p94"/>
          <p:cNvSpPr txBox="1"/>
          <p:nvPr>
            <p:ph idx="1" type="subTitle"/>
          </p:nvPr>
        </p:nvSpPr>
        <p:spPr>
          <a:xfrm>
            <a:off x="236175" y="1085925"/>
            <a:ext cx="8503800" cy="28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Frontend coverage:</a:t>
            </a:r>
            <a:br>
              <a:rPr b="1" lang="en" sz="1800">
                <a:solidFill>
                  <a:schemeClr val="dk1"/>
                </a:solidFill>
              </a:rPr>
            </a:br>
            <a:r>
              <a:rPr lang="en" sz="1800">
                <a:solidFill>
                  <a:schemeClr val="dk1"/>
                </a:solidFill>
              </a:rPr>
              <a:t> Statements ~68%, Branches ~33%, Functions ~43%.</a:t>
            </a:r>
            <a:endParaRPr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 </a:t>
            </a:r>
            <a:r>
              <a:rPr b="1" lang="en" sz="1800">
                <a:solidFill>
                  <a:schemeClr val="dk1"/>
                </a:solidFill>
              </a:rPr>
              <a:t>Backend coverage:</a:t>
            </a:r>
            <a:br>
              <a:rPr b="1" lang="en" sz="1800">
                <a:solidFill>
                  <a:schemeClr val="dk1"/>
                </a:solidFill>
              </a:rPr>
            </a:br>
            <a:r>
              <a:rPr lang="en" sz="1800">
                <a:solidFill>
                  <a:schemeClr val="dk1"/>
                </a:solidFill>
              </a:rPr>
              <a:t> Statements ~82%, Functions ~81%, Lines ~88%.</a:t>
            </a:r>
            <a:endParaRPr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 </a:t>
            </a:r>
            <a:r>
              <a:rPr b="1" lang="en" sz="1800">
                <a:solidFill>
                  <a:schemeClr val="dk1"/>
                </a:solidFill>
              </a:rPr>
              <a:t>No flaky tests; all tests run under 8 seconds.</a:t>
            </a:r>
            <a:endParaRPr b="1" sz="1800">
              <a:solidFill>
                <a:schemeClr val="dk1"/>
              </a:solidFill>
            </a:endParaRPr>
          </a:p>
          <a:p>
            <a:pPr indent="0" lvl="0" marL="0" rtl="0" algn="l">
              <a:spcBef>
                <a:spcPts val="0"/>
              </a:spcBef>
              <a:spcAft>
                <a:spcPts val="0"/>
              </a:spcAft>
              <a:buNone/>
            </a:pPr>
            <a:br>
              <a:rPr b="1" lang="en" sz="1800">
                <a:solidFill>
                  <a:schemeClr val="dk1"/>
                </a:solidFill>
              </a:rPr>
            </a:br>
            <a:r>
              <a:rPr lang="en" sz="1800">
                <a:solidFill>
                  <a:schemeClr val="dk1"/>
                </a:solidFill>
              </a:rPr>
              <a:t> </a:t>
            </a:r>
            <a:r>
              <a:rPr b="1" lang="en" sz="1800">
                <a:solidFill>
                  <a:schemeClr val="dk1"/>
                </a:solidFill>
              </a:rPr>
              <a:t>Ensured stable releases and safe feature merges.</a:t>
            </a:r>
            <a:br>
              <a:rPr b="1" lang="en" sz="1800">
                <a:solidFill>
                  <a:schemeClr val="dk1"/>
                </a:solidFill>
              </a:rPr>
            </a:b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9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Configuration &amp; Docker</a:t>
            </a:r>
            <a:endParaRPr/>
          </a:p>
        </p:txBody>
      </p:sp>
      <p:sp>
        <p:nvSpPr>
          <p:cNvPr id="995" name="Google Shape;995;p9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96"/>
          <p:cNvSpPr txBox="1"/>
          <p:nvPr>
            <p:ph type="ctrTitle"/>
          </p:nvPr>
        </p:nvSpPr>
        <p:spPr>
          <a:xfrm>
            <a:off x="236325" y="147850"/>
            <a:ext cx="8820300" cy="685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Repository Structure Supporting Config Management</a:t>
            </a:r>
            <a:endParaRPr sz="3100"/>
          </a:p>
        </p:txBody>
      </p:sp>
      <p:sp>
        <p:nvSpPr>
          <p:cNvPr id="1001" name="Google Shape;1001;p96"/>
          <p:cNvSpPr txBox="1"/>
          <p:nvPr>
            <p:ph idx="1" type="subTitle"/>
          </p:nvPr>
        </p:nvSpPr>
        <p:spPr>
          <a:xfrm>
            <a:off x="236325" y="1202800"/>
            <a:ext cx="8503800" cy="34917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2300">
              <a:solidFill>
                <a:schemeClr val="dk1"/>
              </a:solidFill>
            </a:endParaRPr>
          </a:p>
          <a:p>
            <a:pPr indent="0" lvl="0" marL="457200" rtl="0" algn="l">
              <a:spcBef>
                <a:spcPts val="0"/>
              </a:spcBef>
              <a:spcAft>
                <a:spcPts val="0"/>
              </a:spcAft>
              <a:buNone/>
            </a:pPr>
            <a:r>
              <a:t/>
            </a:r>
            <a:endParaRPr b="1" sz="1600">
              <a:solidFill>
                <a:schemeClr val="dk1"/>
              </a:solidFill>
            </a:endParaRPr>
          </a:p>
          <a:p>
            <a:pPr indent="0" lvl="0" marL="457200" rtl="0" algn="l">
              <a:spcBef>
                <a:spcPts val="0"/>
              </a:spcBef>
              <a:spcAft>
                <a:spcPts val="0"/>
              </a:spcAft>
              <a:buNone/>
            </a:pPr>
            <a:r>
              <a:rPr b="1" lang="en" sz="1600">
                <a:solidFill>
                  <a:schemeClr val="dk1"/>
                </a:solidFill>
              </a:rPr>
              <a:t>Why this structure matters:</a:t>
            </a:r>
            <a:endParaRPr b="1" sz="1600">
              <a:solidFill>
                <a:schemeClr val="dk1"/>
              </a:solidFill>
            </a:endParaRPr>
          </a:p>
          <a:p>
            <a:pPr indent="457200" lvl="0" marL="0" rtl="0" algn="l">
              <a:spcBef>
                <a:spcPts val="0"/>
              </a:spcBef>
              <a:spcAft>
                <a:spcPts val="0"/>
              </a:spcAft>
              <a:buNone/>
            </a:pPr>
            <a:r>
              <a:rPr lang="en" sz="1600">
                <a:solidFill>
                  <a:schemeClr val="dk1"/>
                </a:solidFill>
              </a:rPr>
              <a:t>Clear boundaries between backend and frontend</a:t>
            </a:r>
            <a:endParaRPr sz="1600">
              <a:solidFill>
                <a:schemeClr val="dk1"/>
              </a:solidFill>
            </a:endParaRPr>
          </a:p>
          <a:p>
            <a:pPr indent="457200" lvl="0" marL="0" rtl="0" algn="l">
              <a:spcBef>
                <a:spcPts val="0"/>
              </a:spcBef>
              <a:spcAft>
                <a:spcPts val="0"/>
              </a:spcAft>
              <a:buNone/>
            </a:pPr>
            <a:r>
              <a:rPr lang="en" sz="1600">
                <a:solidFill>
                  <a:schemeClr val="dk1"/>
                </a:solidFill>
              </a:rPr>
              <a:t>Easier PR reviews and conflict resolution</a:t>
            </a:r>
            <a:endParaRPr sz="1600">
              <a:solidFill>
                <a:schemeClr val="dk1"/>
              </a:solidFill>
            </a:endParaRPr>
          </a:p>
          <a:p>
            <a:pPr indent="457200" lvl="0" marL="0" rtl="0" algn="l">
              <a:spcBef>
                <a:spcPts val="0"/>
              </a:spcBef>
              <a:spcAft>
                <a:spcPts val="0"/>
              </a:spcAft>
              <a:buNone/>
            </a:pPr>
            <a:r>
              <a:rPr lang="en" sz="1600">
                <a:solidFill>
                  <a:schemeClr val="dk1"/>
                </a:solidFill>
              </a:rPr>
              <a:t>Predictable build environments</a:t>
            </a:r>
            <a:endParaRPr sz="1600">
              <a:solidFill>
                <a:schemeClr val="dk1"/>
              </a:solidFill>
            </a:endParaRPr>
          </a:p>
        </p:txBody>
      </p:sp>
      <p:sp>
        <p:nvSpPr>
          <p:cNvPr id="1002" name="Google Shape;1002;p96"/>
          <p:cNvSpPr txBox="1"/>
          <p:nvPr/>
        </p:nvSpPr>
        <p:spPr>
          <a:xfrm>
            <a:off x="738450" y="1202800"/>
            <a:ext cx="7506000" cy="2531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2"/>
                </a:solidFill>
              </a:rPr>
              <a:t>/backend  </a:t>
            </a:r>
            <a:endParaRPr sz="1800">
              <a:solidFill>
                <a:schemeClr val="dk2"/>
              </a:solidFill>
            </a:endParaRPr>
          </a:p>
          <a:p>
            <a:pPr indent="457200" lvl="0" marL="0" rtl="0" algn="l">
              <a:spcBef>
                <a:spcPts val="0"/>
              </a:spcBef>
              <a:spcAft>
                <a:spcPts val="0"/>
              </a:spcAft>
              <a:buClr>
                <a:schemeClr val="dk1"/>
              </a:buClr>
              <a:buSzPts val="1100"/>
              <a:buFont typeface="Arial"/>
              <a:buNone/>
            </a:pPr>
            <a:r>
              <a:rPr lang="en" sz="1800">
                <a:solidFill>
                  <a:schemeClr val="dk2"/>
                </a:solidFill>
              </a:rPr>
              <a:t>Dockerfile                                                                         </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/frontend/ </a:t>
            </a:r>
            <a:endParaRPr sz="1800">
              <a:solidFill>
                <a:schemeClr val="dk2"/>
              </a:solidFill>
            </a:endParaRPr>
          </a:p>
          <a:p>
            <a:pPr indent="457200" lvl="0" marL="0" rtl="0" algn="l">
              <a:spcBef>
                <a:spcPts val="0"/>
              </a:spcBef>
              <a:spcAft>
                <a:spcPts val="0"/>
              </a:spcAft>
              <a:buClr>
                <a:schemeClr val="dk1"/>
              </a:buClr>
              <a:buSzPts val="1100"/>
              <a:buFont typeface="Arial"/>
              <a:buNone/>
            </a:pPr>
            <a:r>
              <a:rPr lang="en" sz="1800">
                <a:solidFill>
                  <a:schemeClr val="dk2"/>
                </a:solidFill>
              </a:rPr>
              <a:t>Dockerfile.prod</a:t>
            </a:r>
            <a:endParaRPr sz="1800">
              <a:solidFill>
                <a:schemeClr val="dk2"/>
              </a:solidFill>
            </a:endParaRPr>
          </a:p>
          <a:p>
            <a:pPr indent="457200" lvl="0" marL="0" rtl="0" algn="l">
              <a:spcBef>
                <a:spcPts val="0"/>
              </a:spcBef>
              <a:spcAft>
                <a:spcPts val="0"/>
              </a:spcAft>
              <a:buClr>
                <a:schemeClr val="dk1"/>
              </a:buClr>
              <a:buSzPts val="1100"/>
              <a:buFont typeface="Arial"/>
              <a:buNone/>
            </a:pPr>
            <a:r>
              <a:rPr lang="en" sz="1800">
                <a:solidFill>
                  <a:schemeClr val="dk2"/>
                </a:solidFill>
              </a:rPr>
              <a:t>Dockerfile.dev</a:t>
            </a:r>
            <a:r>
              <a:rPr lang="en" sz="1800">
                <a:solidFill>
                  <a:schemeClr val="dk2"/>
                </a:solidFill>
              </a:rPr>
              <a:t>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rPr lang="en" sz="1800">
                <a:solidFill>
                  <a:schemeClr val="dk2"/>
                </a:solidFill>
              </a:rPr>
              <a:t>docker-compose.yml                 </a:t>
            </a:r>
            <a:endParaRPr sz="1800">
              <a:solidFill>
                <a:schemeClr val="dk2"/>
              </a:solidFill>
            </a:endParaRPr>
          </a:p>
        </p:txBody>
      </p:sp>
      <p:sp>
        <p:nvSpPr>
          <p:cNvPr id="1003" name="Google Shape;1003;p96"/>
          <p:cNvSpPr txBox="1"/>
          <p:nvPr/>
        </p:nvSpPr>
        <p:spPr>
          <a:xfrm>
            <a:off x="3839250" y="1244350"/>
            <a:ext cx="4405200" cy="2448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DB schema + Authentication</a:t>
            </a:r>
            <a:endParaRPr sz="1800">
              <a:solidFill>
                <a:schemeClr val="dk2"/>
              </a:solidFill>
            </a:endParaRPr>
          </a:p>
          <a:p>
            <a:pPr indent="0" lvl="0" marL="0" rtl="0" algn="l">
              <a:spcBef>
                <a:spcPts val="0"/>
              </a:spcBef>
              <a:spcAft>
                <a:spcPts val="0"/>
              </a:spcAft>
              <a:buNone/>
            </a:pPr>
            <a:r>
              <a:rPr lang="en" sz="1800">
                <a:solidFill>
                  <a:schemeClr val="dk2"/>
                </a:solidFill>
              </a:rPr>
              <a:t>– Backend container</a:t>
            </a:r>
            <a:endParaRPr sz="1800">
              <a:solidFill>
                <a:schemeClr val="dk2"/>
              </a:solidFill>
            </a:endParaRPr>
          </a:p>
          <a:p>
            <a:pPr indent="0" lvl="0" marL="0" rtl="0" algn="l">
              <a:spcBef>
                <a:spcPts val="0"/>
              </a:spcBef>
              <a:spcAft>
                <a:spcPts val="0"/>
              </a:spcAft>
              <a:buNone/>
            </a:pPr>
            <a:r>
              <a:rPr lang="en" sz="1800">
                <a:solidFill>
                  <a:schemeClr val="dk2"/>
                </a:solidFill>
              </a:rPr>
              <a:t>– React Native UI </a:t>
            </a:r>
            <a:endParaRPr sz="1800">
              <a:solidFill>
                <a:schemeClr val="dk2"/>
              </a:solidFill>
            </a:endParaRPr>
          </a:p>
          <a:p>
            <a:pPr indent="0" lvl="0" marL="0" rtl="0" algn="l">
              <a:spcBef>
                <a:spcPts val="0"/>
              </a:spcBef>
              <a:spcAft>
                <a:spcPts val="0"/>
              </a:spcAft>
              <a:buNone/>
            </a:pPr>
            <a:r>
              <a:rPr lang="en" sz="1800">
                <a:solidFill>
                  <a:schemeClr val="dk2"/>
                </a:solidFill>
              </a:rPr>
              <a:t>– Frontend prod container</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 Frontend dev container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Multi-service orchestration</a:t>
            </a:r>
            <a:endParaRPr sz="18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97"/>
          <p:cNvSpPr txBox="1"/>
          <p:nvPr>
            <p:ph type="ctrTitle"/>
          </p:nvPr>
        </p:nvSpPr>
        <p:spPr>
          <a:xfrm>
            <a:off x="748725" y="147850"/>
            <a:ext cx="7152300" cy="68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00"/>
              <a:t>Git Workflow &amp; Branching Strategy</a:t>
            </a:r>
            <a:endParaRPr sz="3100"/>
          </a:p>
        </p:txBody>
      </p:sp>
      <p:sp>
        <p:nvSpPr>
          <p:cNvPr id="1009" name="Google Shape;1009;p97"/>
          <p:cNvSpPr txBox="1"/>
          <p:nvPr>
            <p:ph idx="1" type="subTitle"/>
          </p:nvPr>
        </p:nvSpPr>
        <p:spPr>
          <a:xfrm>
            <a:off x="236175" y="1085925"/>
            <a:ext cx="8503800" cy="34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Branching model used:</a:t>
            </a:r>
            <a:endParaRPr b="1" sz="1600">
              <a:solidFill>
                <a:schemeClr val="dk1"/>
              </a:solidFill>
            </a:endParaRPr>
          </a:p>
          <a:p>
            <a:pPr indent="-317500" lvl="0" marL="457200" rtl="0" algn="l">
              <a:spcBef>
                <a:spcPts val="0"/>
              </a:spcBef>
              <a:spcAft>
                <a:spcPts val="0"/>
              </a:spcAft>
              <a:buClr>
                <a:schemeClr val="dk1"/>
              </a:buClr>
              <a:buSzPts val="1400"/>
              <a:buChar char="●"/>
            </a:pPr>
            <a:r>
              <a:rPr lang="en" sz="1600">
                <a:solidFill>
                  <a:schemeClr val="dk1"/>
                </a:solidFill>
              </a:rPr>
              <a:t>main → stable, final release</a:t>
            </a:r>
            <a:endParaRPr sz="1600">
              <a:solidFill>
                <a:schemeClr val="dk1"/>
              </a:solidFill>
            </a:endParaRPr>
          </a:p>
          <a:p>
            <a:pPr indent="-317500" lvl="0" marL="457200" rtl="0" algn="l">
              <a:spcBef>
                <a:spcPts val="0"/>
              </a:spcBef>
              <a:spcAft>
                <a:spcPts val="0"/>
              </a:spcAft>
              <a:buClr>
                <a:schemeClr val="dk1"/>
              </a:buClr>
              <a:buSzPts val="1400"/>
              <a:buChar char="●"/>
            </a:pPr>
            <a:r>
              <a:rPr lang="en" sz="1600">
                <a:solidFill>
                  <a:schemeClr val="dk1"/>
                </a:solidFill>
              </a:rPr>
              <a:t>develop → integration branch</a:t>
            </a:r>
            <a:endParaRPr sz="1600">
              <a:solidFill>
                <a:schemeClr val="dk1"/>
              </a:solidFill>
            </a:endParaRPr>
          </a:p>
          <a:p>
            <a:pPr indent="-317500" lvl="0" marL="457200" rtl="0" algn="l">
              <a:spcBef>
                <a:spcPts val="0"/>
              </a:spcBef>
              <a:spcAft>
                <a:spcPts val="0"/>
              </a:spcAft>
              <a:buClr>
                <a:schemeClr val="dk1"/>
              </a:buClr>
              <a:buSzPts val="1400"/>
              <a:buChar char="●"/>
            </a:pPr>
            <a:r>
              <a:rPr lang="en" sz="1600">
                <a:solidFill>
                  <a:schemeClr val="dk1"/>
                </a:solidFill>
              </a:rPr>
              <a:t>feature/* → each Jira requirement implemented in its own branch</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hotfix/* </a:t>
            </a:r>
            <a:r>
              <a:rPr lang="en" sz="1600">
                <a:solidFill>
                  <a:schemeClr val="dk1"/>
                </a:solidFill>
              </a:rPr>
              <a:t>→ each hotfix implemented in its own branch</a:t>
            </a:r>
            <a:endParaRPr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rPr b="1" lang="en" sz="1600">
                <a:solidFill>
                  <a:schemeClr val="dk1"/>
                </a:solidFill>
              </a:rPr>
              <a:t>Final workflow For PRs:</a:t>
            </a:r>
            <a:endParaRPr b="1" sz="1600">
              <a:solidFill>
                <a:schemeClr val="dk1"/>
              </a:solidFill>
            </a:endParaRPr>
          </a:p>
          <a:p>
            <a:pPr indent="-317500" lvl="0" marL="457200" rtl="0" algn="l">
              <a:spcBef>
                <a:spcPts val="0"/>
              </a:spcBef>
              <a:spcAft>
                <a:spcPts val="0"/>
              </a:spcAft>
              <a:buClr>
                <a:schemeClr val="dk1"/>
              </a:buClr>
              <a:buSzPts val="1400"/>
              <a:buChar char="●"/>
            </a:pPr>
            <a:r>
              <a:rPr lang="en" sz="1600">
                <a:solidFill>
                  <a:schemeClr val="dk1"/>
                </a:solidFill>
              </a:rPr>
              <a:t>Small PRs for each feature/PR</a:t>
            </a:r>
            <a:endParaRPr sz="1600">
              <a:solidFill>
                <a:schemeClr val="dk1"/>
              </a:solidFill>
            </a:endParaRPr>
          </a:p>
          <a:p>
            <a:pPr indent="-317500" lvl="0" marL="457200" rtl="0" algn="l">
              <a:spcBef>
                <a:spcPts val="0"/>
              </a:spcBef>
              <a:spcAft>
                <a:spcPts val="0"/>
              </a:spcAft>
              <a:buClr>
                <a:schemeClr val="dk1"/>
              </a:buClr>
              <a:buSzPts val="1400"/>
              <a:buChar char="●"/>
            </a:pPr>
            <a:r>
              <a:rPr lang="en" sz="1600">
                <a:solidFill>
                  <a:schemeClr val="dk1"/>
                </a:solidFill>
              </a:rPr>
              <a:t>Automated tests run on every PR</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Required tests and security checks to pass on every PR before merging</a:t>
            </a:r>
            <a:endParaRPr sz="16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98"/>
          <p:cNvSpPr txBox="1"/>
          <p:nvPr>
            <p:ph type="ctrTitle"/>
          </p:nvPr>
        </p:nvSpPr>
        <p:spPr>
          <a:xfrm>
            <a:off x="61525" y="147850"/>
            <a:ext cx="8748900" cy="685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00"/>
              <a:t>GitHub Workflow Automation &amp; Security Tooling</a:t>
            </a:r>
            <a:endParaRPr sz="3100"/>
          </a:p>
        </p:txBody>
      </p:sp>
      <p:sp>
        <p:nvSpPr>
          <p:cNvPr id="1015" name="Google Shape;1015;p98"/>
          <p:cNvSpPr txBox="1"/>
          <p:nvPr>
            <p:ph idx="1" type="subTitle"/>
          </p:nvPr>
        </p:nvSpPr>
        <p:spPr>
          <a:xfrm>
            <a:off x="236175" y="1085925"/>
            <a:ext cx="8503800" cy="34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CI/CD Automation (GitHub Actions):</a:t>
            </a:r>
            <a:endParaRPr b="1" sz="1600">
              <a:solidFill>
                <a:schemeClr val="dk1"/>
              </a:solidFill>
            </a:endParaRPr>
          </a:p>
          <a:p>
            <a:pPr indent="0" lvl="0" marL="0" rtl="0" algn="l">
              <a:spcBef>
                <a:spcPts val="0"/>
              </a:spcBef>
              <a:spcAft>
                <a:spcPts val="0"/>
              </a:spcAft>
              <a:buNone/>
            </a:pPr>
            <a:r>
              <a:rPr lang="en" sz="1600">
                <a:solidFill>
                  <a:schemeClr val="dk1"/>
                </a:solidFill>
              </a:rPr>
              <a:t>Our pipelines automatically run whenever code is pushed or a PR is opened:</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Install dependencies (frontend + backend)</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Run Jest / React Native / Supertest test suites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Build backend + frontend Docker images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Run tests inside Docker to validate image integrity</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Block merges when tests or build steps fail</a:t>
            </a:r>
            <a:endParaRPr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99"/>
          <p:cNvSpPr txBox="1"/>
          <p:nvPr>
            <p:ph type="ctrTitle"/>
          </p:nvPr>
        </p:nvSpPr>
        <p:spPr>
          <a:xfrm>
            <a:off x="61525" y="147850"/>
            <a:ext cx="8748900" cy="68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00"/>
              <a:t>GitHub Workflow Automation &amp; Security Tooling</a:t>
            </a:r>
            <a:endParaRPr sz="3100"/>
          </a:p>
        </p:txBody>
      </p:sp>
      <p:sp>
        <p:nvSpPr>
          <p:cNvPr id="1021" name="Google Shape;1021;p99"/>
          <p:cNvSpPr txBox="1"/>
          <p:nvPr>
            <p:ph idx="1" type="subTitle"/>
          </p:nvPr>
        </p:nvSpPr>
        <p:spPr>
          <a:xfrm>
            <a:off x="236175" y="1085925"/>
            <a:ext cx="4169100" cy="395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rPr lang="en" sz="1600">
                <a:solidFill>
                  <a:schemeClr val="dk1"/>
                </a:solidFill>
              </a:rPr>
              <a:t>CodeQL (Static Application Security Testing)</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Static analysis for vulnerabilities in backend + frontend</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Detects injection risks, insecure dataflow, and API misuse</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Runs on every PR and weekly scheduled scans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
        <p:nvSpPr>
          <p:cNvPr id="1022" name="Google Shape;1022;p99"/>
          <p:cNvSpPr txBox="1"/>
          <p:nvPr/>
        </p:nvSpPr>
        <p:spPr>
          <a:xfrm>
            <a:off x="4897400" y="1501225"/>
            <a:ext cx="4085400" cy="35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TruffleHog (Secret Scanning)</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Scans commits and PRs for leaked secrets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Detects API keys, JWT secrets, passwords, tokens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Blocks merges if secrets are found</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023" name="Google Shape;1023;p99"/>
          <p:cNvSpPr txBox="1"/>
          <p:nvPr/>
        </p:nvSpPr>
        <p:spPr>
          <a:xfrm>
            <a:off x="236175" y="1008925"/>
            <a:ext cx="86013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rPr>
              <a:t>Security Automation Integrated Into GitHub Workflows:</a:t>
            </a:r>
            <a:endParaRPr sz="18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00"/>
          <p:cNvSpPr txBox="1"/>
          <p:nvPr>
            <p:ph type="ctrTitle"/>
          </p:nvPr>
        </p:nvSpPr>
        <p:spPr>
          <a:xfrm>
            <a:off x="61525" y="147850"/>
            <a:ext cx="8748900" cy="68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00"/>
              <a:t>GitHub Workflow Automation &amp; Security Tooling</a:t>
            </a:r>
            <a:endParaRPr sz="3100"/>
          </a:p>
        </p:txBody>
      </p:sp>
      <p:sp>
        <p:nvSpPr>
          <p:cNvPr id="1029" name="Google Shape;1029;p100"/>
          <p:cNvSpPr txBox="1"/>
          <p:nvPr>
            <p:ph idx="1" type="subTitle"/>
          </p:nvPr>
        </p:nvSpPr>
        <p:spPr>
          <a:xfrm>
            <a:off x="236175" y="1085925"/>
            <a:ext cx="4169100" cy="395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rPr lang="en" sz="1600">
                <a:solidFill>
                  <a:schemeClr val="dk1"/>
                </a:solidFill>
              </a:rPr>
              <a:t>OSV Scanner (Open Source Vulnerability Scanner)</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Scans project dependencies against the Google OSV vulnerability database</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Identifies known vulnerabilities in npm packages and transitive deps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Ensures both backend &amp; frontend libraries stay patched</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
        <p:nvSpPr>
          <p:cNvPr id="1030" name="Google Shape;1030;p100"/>
          <p:cNvSpPr txBox="1"/>
          <p:nvPr/>
        </p:nvSpPr>
        <p:spPr>
          <a:xfrm>
            <a:off x="4897400" y="1501225"/>
            <a:ext cx="4085400" cy="35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Dependabot Alerts &amp; Security Updates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Monitors npm packages for CVEs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Automatically creates PRs to upgrade unsafe dependencies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Integrated into GitHub Security dashboard</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031" name="Google Shape;1031;p100"/>
          <p:cNvSpPr txBox="1"/>
          <p:nvPr/>
        </p:nvSpPr>
        <p:spPr>
          <a:xfrm>
            <a:off x="236175" y="1008925"/>
            <a:ext cx="86013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Security Automation Integrated Into GitHub Workflows:</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01"/>
          <p:cNvSpPr txBox="1"/>
          <p:nvPr>
            <p:ph type="ctrTitle"/>
          </p:nvPr>
        </p:nvSpPr>
        <p:spPr>
          <a:xfrm>
            <a:off x="61525" y="147850"/>
            <a:ext cx="8748900" cy="68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00"/>
              <a:t>Summary On CI/CD</a:t>
            </a:r>
            <a:endParaRPr sz="3100"/>
          </a:p>
        </p:txBody>
      </p:sp>
      <p:sp>
        <p:nvSpPr>
          <p:cNvPr id="1037" name="Google Shape;1037;p101"/>
          <p:cNvSpPr txBox="1"/>
          <p:nvPr>
            <p:ph idx="1" type="subTitle"/>
          </p:nvPr>
        </p:nvSpPr>
        <p:spPr>
          <a:xfrm>
            <a:off x="236175" y="1085925"/>
            <a:ext cx="8574300" cy="395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How we controlled changes across the project:</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rPr lang="en" sz="1600">
                <a:solidFill>
                  <a:schemeClr val="dk1"/>
                </a:solidFill>
              </a:rPr>
              <a:t>Jira → source of truth for requirements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Git branches → mapped to each requirement</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PRs → documented implementation choices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Tests → validated requirement completion</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Docker/GitHub Actions → ensured consistent environment +testing + security+deployment</a:t>
            </a:r>
            <a:endParaRPr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rPr b="1" lang="en" sz="1600">
                <a:solidFill>
                  <a:schemeClr val="dk1"/>
                </a:solidFill>
              </a:rPr>
              <a:t>Result:</a:t>
            </a:r>
            <a:endParaRPr b="1" sz="1600">
              <a:solidFill>
                <a:schemeClr val="dk1"/>
              </a:solidFill>
            </a:endParaRPr>
          </a:p>
          <a:p>
            <a:pPr indent="0" lvl="0" marL="0" rtl="0" algn="l">
              <a:spcBef>
                <a:spcPts val="0"/>
              </a:spcBef>
              <a:spcAft>
                <a:spcPts val="0"/>
              </a:spcAft>
              <a:buNone/>
            </a:pPr>
            <a:r>
              <a:rPr b="1" lang="en" sz="1600">
                <a:solidFill>
                  <a:schemeClr val="dk1"/>
                </a:solidFill>
              </a:rPr>
              <a:t>Every feature/fix is linked, tested, and reproducible.</a:t>
            </a:r>
            <a:endParaRPr b="1" sz="16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0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Security</a:t>
            </a:r>
            <a:endParaRPr/>
          </a:p>
        </p:txBody>
      </p:sp>
      <p:sp>
        <p:nvSpPr>
          <p:cNvPr id="1043" name="Google Shape;1043;p10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grpSp>
        <p:nvGrpSpPr>
          <p:cNvPr id="1048" name="Google Shape;1048;p103"/>
          <p:cNvGrpSpPr/>
          <p:nvPr/>
        </p:nvGrpSpPr>
        <p:grpSpPr>
          <a:xfrm>
            <a:off x="276873" y="1008958"/>
            <a:ext cx="8583189" cy="3168183"/>
            <a:chOff x="1141750" y="1537927"/>
            <a:chExt cx="6996975" cy="2067600"/>
          </a:xfrm>
        </p:grpSpPr>
        <p:sp>
          <p:nvSpPr>
            <p:cNvPr id="1049" name="Google Shape;1049;p103"/>
            <p:cNvSpPr/>
            <p:nvPr/>
          </p:nvSpPr>
          <p:spPr>
            <a:xfrm>
              <a:off x="5264125" y="1585373"/>
              <a:ext cx="198300" cy="198300"/>
            </a:xfrm>
            <a:prstGeom prst="star4">
              <a:avLst>
                <a:gd fmla="val 20600" name="adj"/>
              </a:avLst>
            </a:prstGeom>
            <a:solidFill>
              <a:srgbClr val="5E5E5E"/>
            </a:solidFill>
            <a:ln>
              <a:noFill/>
            </a:ln>
          </p:spPr>
          <p:txBody>
            <a:bodyPr anchorCtr="0" anchor="ctr" bIns="112150" lIns="112150" spcFirstLastPara="1" rIns="112150" wrap="square" tIns="112150">
              <a:noAutofit/>
            </a:bodyPr>
            <a:lstStyle/>
            <a:p>
              <a:pPr indent="0" lvl="0" marL="0" rtl="0" algn="ctr">
                <a:spcBef>
                  <a:spcPts val="0"/>
                </a:spcBef>
                <a:spcAft>
                  <a:spcPts val="0"/>
                </a:spcAft>
                <a:buNone/>
              </a:pPr>
              <a:r>
                <a:t/>
              </a:r>
              <a:endParaRPr sz="1717">
                <a:latin typeface="Days One"/>
                <a:ea typeface="Days One"/>
                <a:cs typeface="Days One"/>
                <a:sym typeface="Days One"/>
              </a:endParaRPr>
            </a:p>
          </p:txBody>
        </p:sp>
        <p:sp>
          <p:nvSpPr>
            <p:cNvPr id="1050" name="Google Shape;1050;p103"/>
            <p:cNvSpPr/>
            <p:nvPr/>
          </p:nvSpPr>
          <p:spPr>
            <a:xfrm rot="10800000">
              <a:off x="3406863" y="1585373"/>
              <a:ext cx="198300" cy="198300"/>
            </a:xfrm>
            <a:prstGeom prst="star4">
              <a:avLst>
                <a:gd fmla="val 20600" name="adj"/>
              </a:avLst>
            </a:prstGeom>
            <a:solidFill>
              <a:srgbClr val="5E5E5E"/>
            </a:solidFill>
            <a:ln>
              <a:noFill/>
            </a:ln>
          </p:spPr>
          <p:txBody>
            <a:bodyPr anchorCtr="0" anchor="ctr" bIns="112150" lIns="112150" spcFirstLastPara="1" rIns="112150" wrap="square" tIns="112150">
              <a:noAutofit/>
            </a:bodyPr>
            <a:lstStyle/>
            <a:p>
              <a:pPr indent="0" lvl="0" marL="0" rtl="0" algn="ctr">
                <a:spcBef>
                  <a:spcPts val="0"/>
                </a:spcBef>
                <a:spcAft>
                  <a:spcPts val="0"/>
                </a:spcAft>
                <a:buNone/>
              </a:pPr>
              <a:r>
                <a:t/>
              </a:r>
              <a:endParaRPr sz="1717">
                <a:latin typeface="Days One"/>
                <a:ea typeface="Days One"/>
                <a:cs typeface="Days One"/>
                <a:sym typeface="Days One"/>
              </a:endParaRPr>
            </a:p>
          </p:txBody>
        </p:sp>
        <p:sp>
          <p:nvSpPr>
            <p:cNvPr id="1051" name="Google Shape;1051;p103"/>
            <p:cNvSpPr/>
            <p:nvPr/>
          </p:nvSpPr>
          <p:spPr>
            <a:xfrm rot="10800000">
              <a:off x="7173300" y="1585373"/>
              <a:ext cx="198300" cy="198300"/>
            </a:xfrm>
            <a:prstGeom prst="star4">
              <a:avLst>
                <a:gd fmla="val 20600" name="adj"/>
              </a:avLst>
            </a:prstGeom>
            <a:solidFill>
              <a:srgbClr val="5E5E5E"/>
            </a:solidFill>
            <a:ln>
              <a:noFill/>
            </a:ln>
          </p:spPr>
          <p:txBody>
            <a:bodyPr anchorCtr="0" anchor="ctr" bIns="112150" lIns="112150" spcFirstLastPara="1" rIns="112150" wrap="square" tIns="112150">
              <a:noAutofit/>
            </a:bodyPr>
            <a:lstStyle/>
            <a:p>
              <a:pPr indent="0" lvl="0" marL="0" rtl="0" algn="ctr">
                <a:spcBef>
                  <a:spcPts val="0"/>
                </a:spcBef>
                <a:spcAft>
                  <a:spcPts val="0"/>
                </a:spcAft>
                <a:buNone/>
              </a:pPr>
              <a:r>
                <a:t/>
              </a:r>
              <a:endParaRPr sz="1717">
                <a:latin typeface="Days One"/>
                <a:ea typeface="Days One"/>
                <a:cs typeface="Days One"/>
                <a:sym typeface="Days One"/>
              </a:endParaRPr>
            </a:p>
          </p:txBody>
        </p:sp>
        <p:sp>
          <p:nvSpPr>
            <p:cNvPr id="1052" name="Google Shape;1052;p103"/>
            <p:cNvSpPr txBox="1"/>
            <p:nvPr/>
          </p:nvSpPr>
          <p:spPr>
            <a:xfrm>
              <a:off x="1612450"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962">
                  <a:solidFill>
                    <a:srgbClr val="DA7013"/>
                  </a:solidFill>
                  <a:latin typeface="Days One"/>
                  <a:ea typeface="Days One"/>
                  <a:cs typeface="Days One"/>
                  <a:sym typeface="Days One"/>
                </a:rPr>
                <a:t>01</a:t>
              </a:r>
              <a:endParaRPr b="1" sz="1962">
                <a:solidFill>
                  <a:srgbClr val="DA7013"/>
                </a:solidFill>
                <a:latin typeface="Days One"/>
                <a:ea typeface="Days One"/>
                <a:cs typeface="Days One"/>
                <a:sym typeface="Days One"/>
              </a:endParaRPr>
            </a:p>
          </p:txBody>
        </p:sp>
        <p:sp>
          <p:nvSpPr>
            <p:cNvPr id="1053" name="Google Shape;1053;p103"/>
            <p:cNvSpPr txBox="1"/>
            <p:nvPr/>
          </p:nvSpPr>
          <p:spPr>
            <a:xfrm>
              <a:off x="1141750" y="2222848"/>
              <a:ext cx="14313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717">
                  <a:solidFill>
                    <a:srgbClr val="DA7013"/>
                  </a:solidFill>
                  <a:latin typeface="Days One"/>
                  <a:ea typeface="Days One"/>
                  <a:cs typeface="Days One"/>
                  <a:sym typeface="Days One"/>
                </a:rPr>
                <a:t>Authentication Security</a:t>
              </a:r>
              <a:endParaRPr b="1" sz="1717">
                <a:solidFill>
                  <a:srgbClr val="DA7013"/>
                </a:solidFill>
                <a:latin typeface="Days One"/>
                <a:ea typeface="Days One"/>
                <a:cs typeface="Days One"/>
                <a:sym typeface="Days One"/>
              </a:endParaRPr>
            </a:p>
          </p:txBody>
        </p:sp>
        <p:sp>
          <p:nvSpPr>
            <p:cNvPr id="1054" name="Google Shape;1054;p103"/>
            <p:cNvSpPr txBox="1"/>
            <p:nvPr/>
          </p:nvSpPr>
          <p:spPr>
            <a:xfrm>
              <a:off x="1162900" y="2753770"/>
              <a:ext cx="1431300" cy="851700"/>
            </a:xfrm>
            <a:prstGeom prst="rect">
              <a:avLst/>
            </a:prstGeom>
            <a:noFill/>
            <a:ln>
              <a:noFill/>
            </a:ln>
          </p:spPr>
          <p:txBody>
            <a:bodyPr anchorCtr="0" anchor="t" bIns="0" lIns="112150" spcFirstLastPara="1" rIns="112150" wrap="square" tIns="0">
              <a:noAutofit/>
            </a:bodyPr>
            <a:lstStyle/>
            <a:p>
              <a:pPr indent="0" lvl="0" marL="0" rtl="0" algn="ctr">
                <a:lnSpc>
                  <a:spcPct val="115000"/>
                </a:lnSpc>
                <a:spcBef>
                  <a:spcPts val="0"/>
                </a:spcBef>
                <a:spcAft>
                  <a:spcPts val="0"/>
                </a:spcAft>
                <a:buNone/>
              </a:pPr>
              <a:r>
                <a:rPr lang="en" sz="1226">
                  <a:solidFill>
                    <a:srgbClr val="5E5E5E"/>
                  </a:solidFill>
                  <a:latin typeface="Albert Sans"/>
                  <a:ea typeface="Albert Sans"/>
                  <a:cs typeface="Albert Sans"/>
                  <a:sym typeface="Albert Sans"/>
                </a:rPr>
                <a:t>User identity is </a:t>
              </a:r>
              <a:r>
                <a:rPr lang="en" sz="1226">
                  <a:solidFill>
                    <a:srgbClr val="5E5E5E"/>
                  </a:solidFill>
                  <a:latin typeface="Albert Sans"/>
                  <a:ea typeface="Albert Sans"/>
                  <a:cs typeface="Albert Sans"/>
                  <a:sym typeface="Albert Sans"/>
                </a:rPr>
                <a:t>unique</a:t>
              </a:r>
              <a:r>
                <a:rPr lang="en" sz="1226">
                  <a:solidFill>
                    <a:srgbClr val="5E5E5E"/>
                  </a:solidFill>
                  <a:latin typeface="Albert Sans"/>
                  <a:ea typeface="Albert Sans"/>
                  <a:cs typeface="Albert Sans"/>
                  <a:sym typeface="Albert Sans"/>
                </a:rPr>
                <a:t> and verified during registration. Passwords are hashed with bcrypt.</a:t>
              </a:r>
              <a:endParaRPr sz="1226">
                <a:solidFill>
                  <a:srgbClr val="5E5E5E"/>
                </a:solidFill>
                <a:latin typeface="Albert Sans"/>
                <a:ea typeface="Albert Sans"/>
                <a:cs typeface="Albert Sans"/>
                <a:sym typeface="Albert Sans"/>
              </a:endParaRPr>
            </a:p>
            <a:p>
              <a:pPr indent="0" lvl="0" marL="0" rtl="0" algn="ctr">
                <a:lnSpc>
                  <a:spcPct val="115000"/>
                </a:lnSpc>
                <a:spcBef>
                  <a:spcPts val="245"/>
                </a:spcBef>
                <a:spcAft>
                  <a:spcPts val="245"/>
                </a:spcAft>
                <a:buNone/>
              </a:pPr>
              <a:r>
                <a:rPr lang="en" sz="1226">
                  <a:solidFill>
                    <a:srgbClr val="5E5E5E"/>
                  </a:solidFill>
                  <a:latin typeface="Albert Sans"/>
                  <a:ea typeface="Albert Sans"/>
                  <a:cs typeface="Albert Sans"/>
                  <a:sym typeface="Albert Sans"/>
                </a:rPr>
                <a:t> </a:t>
              </a:r>
              <a:endParaRPr sz="1226">
                <a:solidFill>
                  <a:srgbClr val="5E5E5E"/>
                </a:solidFill>
                <a:latin typeface="Albert Sans"/>
                <a:ea typeface="Albert Sans"/>
                <a:cs typeface="Albert Sans"/>
                <a:sym typeface="Albert Sans"/>
              </a:endParaRPr>
            </a:p>
          </p:txBody>
        </p:sp>
        <p:sp>
          <p:nvSpPr>
            <p:cNvPr id="1055" name="Google Shape;1055;p103"/>
            <p:cNvSpPr txBox="1"/>
            <p:nvPr/>
          </p:nvSpPr>
          <p:spPr>
            <a:xfrm>
              <a:off x="3307438"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962">
                  <a:solidFill>
                    <a:srgbClr val="DA7013"/>
                  </a:solidFill>
                  <a:latin typeface="Days One"/>
                  <a:ea typeface="Days One"/>
                  <a:cs typeface="Days One"/>
                  <a:sym typeface="Days One"/>
                </a:rPr>
                <a:t>02</a:t>
              </a:r>
              <a:endParaRPr b="1" sz="1962">
                <a:solidFill>
                  <a:srgbClr val="DA7013"/>
                </a:solidFill>
                <a:latin typeface="Days One"/>
                <a:ea typeface="Days One"/>
                <a:cs typeface="Days One"/>
                <a:sym typeface="Days One"/>
              </a:endParaRPr>
            </a:p>
          </p:txBody>
        </p:sp>
        <p:sp>
          <p:nvSpPr>
            <p:cNvPr id="1056" name="Google Shape;1056;p103"/>
            <p:cNvSpPr txBox="1"/>
            <p:nvPr/>
          </p:nvSpPr>
          <p:spPr>
            <a:xfrm>
              <a:off x="2781175" y="2222850"/>
              <a:ext cx="15348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717">
                  <a:solidFill>
                    <a:srgbClr val="DA7013"/>
                  </a:solidFill>
                  <a:latin typeface="Days One"/>
                  <a:ea typeface="Days One"/>
                  <a:cs typeface="Days One"/>
                  <a:sym typeface="Days One"/>
                </a:rPr>
                <a:t>Frontend Security</a:t>
              </a:r>
              <a:endParaRPr b="1" sz="1717">
                <a:solidFill>
                  <a:srgbClr val="DA7013"/>
                </a:solidFill>
                <a:latin typeface="Days One"/>
                <a:ea typeface="Days One"/>
                <a:cs typeface="Days One"/>
                <a:sym typeface="Days One"/>
              </a:endParaRPr>
            </a:p>
          </p:txBody>
        </p:sp>
        <p:sp>
          <p:nvSpPr>
            <p:cNvPr id="1057" name="Google Shape;1057;p103"/>
            <p:cNvSpPr txBox="1"/>
            <p:nvPr/>
          </p:nvSpPr>
          <p:spPr>
            <a:xfrm>
              <a:off x="5134150"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962">
                  <a:solidFill>
                    <a:srgbClr val="DA7013"/>
                  </a:solidFill>
                  <a:latin typeface="Days One"/>
                  <a:ea typeface="Days One"/>
                  <a:cs typeface="Days One"/>
                  <a:sym typeface="Days One"/>
                </a:rPr>
                <a:t>03</a:t>
              </a:r>
              <a:endParaRPr b="1" sz="1962">
                <a:solidFill>
                  <a:srgbClr val="DA7013"/>
                </a:solidFill>
                <a:latin typeface="Days One"/>
                <a:ea typeface="Days One"/>
                <a:cs typeface="Days One"/>
                <a:sym typeface="Days One"/>
              </a:endParaRPr>
            </a:p>
          </p:txBody>
        </p:sp>
        <p:sp>
          <p:nvSpPr>
            <p:cNvPr id="1058" name="Google Shape;1058;p103"/>
            <p:cNvSpPr txBox="1"/>
            <p:nvPr/>
          </p:nvSpPr>
          <p:spPr>
            <a:xfrm>
              <a:off x="4779050" y="2222848"/>
              <a:ext cx="14313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717">
                  <a:solidFill>
                    <a:srgbClr val="DA7013"/>
                  </a:solidFill>
                  <a:latin typeface="Days One"/>
                  <a:ea typeface="Days One"/>
                  <a:cs typeface="Days One"/>
                  <a:sym typeface="Days One"/>
                </a:rPr>
                <a:t>Data Protection</a:t>
              </a:r>
              <a:endParaRPr b="1" sz="1717">
                <a:solidFill>
                  <a:srgbClr val="DA7013"/>
                </a:solidFill>
                <a:latin typeface="Days One"/>
                <a:ea typeface="Days One"/>
                <a:cs typeface="Days One"/>
                <a:sym typeface="Days One"/>
              </a:endParaRPr>
            </a:p>
          </p:txBody>
        </p:sp>
        <p:sp>
          <p:nvSpPr>
            <p:cNvPr id="1059" name="Google Shape;1059;p103"/>
            <p:cNvSpPr txBox="1"/>
            <p:nvPr/>
          </p:nvSpPr>
          <p:spPr>
            <a:xfrm>
              <a:off x="7064875"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962">
                  <a:solidFill>
                    <a:srgbClr val="DA7013"/>
                  </a:solidFill>
                  <a:latin typeface="Days One"/>
                  <a:ea typeface="Days One"/>
                  <a:cs typeface="Days One"/>
                  <a:sym typeface="Days One"/>
                </a:rPr>
                <a:t>04</a:t>
              </a:r>
              <a:endParaRPr b="1" sz="1962">
                <a:solidFill>
                  <a:srgbClr val="DA7013"/>
                </a:solidFill>
                <a:latin typeface="Days One"/>
                <a:ea typeface="Days One"/>
                <a:cs typeface="Days One"/>
                <a:sym typeface="Days One"/>
              </a:endParaRPr>
            </a:p>
          </p:txBody>
        </p:sp>
        <p:sp>
          <p:nvSpPr>
            <p:cNvPr id="1060" name="Google Shape;1060;p103"/>
            <p:cNvSpPr txBox="1"/>
            <p:nvPr/>
          </p:nvSpPr>
          <p:spPr>
            <a:xfrm>
              <a:off x="6484825" y="2222850"/>
              <a:ext cx="16539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717">
                  <a:solidFill>
                    <a:srgbClr val="DA7013"/>
                  </a:solidFill>
                  <a:latin typeface="Days One"/>
                  <a:ea typeface="Days One"/>
                  <a:cs typeface="Days One"/>
                  <a:sym typeface="Days One"/>
                </a:rPr>
                <a:t>Session Management</a:t>
              </a:r>
              <a:endParaRPr b="1" sz="1717">
                <a:solidFill>
                  <a:srgbClr val="DA7013"/>
                </a:solidFill>
                <a:latin typeface="Days One"/>
                <a:ea typeface="Days One"/>
                <a:cs typeface="Days One"/>
                <a:sym typeface="Days One"/>
              </a:endParaRPr>
            </a:p>
          </p:txBody>
        </p:sp>
        <p:sp>
          <p:nvSpPr>
            <p:cNvPr id="1061" name="Google Shape;1061;p103"/>
            <p:cNvSpPr txBox="1"/>
            <p:nvPr/>
          </p:nvSpPr>
          <p:spPr>
            <a:xfrm>
              <a:off x="6610075" y="2753791"/>
              <a:ext cx="1371000" cy="851700"/>
            </a:xfrm>
            <a:prstGeom prst="rect">
              <a:avLst/>
            </a:prstGeom>
            <a:noFill/>
            <a:ln>
              <a:noFill/>
            </a:ln>
          </p:spPr>
          <p:txBody>
            <a:bodyPr anchorCtr="0" anchor="t" bIns="0" lIns="112150" spcFirstLastPara="1" rIns="112150" wrap="square" tIns="0">
              <a:noAutofit/>
            </a:bodyPr>
            <a:lstStyle/>
            <a:p>
              <a:pPr indent="0" lvl="0" marL="0" rtl="0" algn="ctr">
                <a:lnSpc>
                  <a:spcPct val="115000"/>
                </a:lnSpc>
                <a:spcBef>
                  <a:spcPts val="0"/>
                </a:spcBef>
                <a:spcAft>
                  <a:spcPts val="245"/>
                </a:spcAft>
                <a:buNone/>
              </a:pPr>
              <a:r>
                <a:rPr lang="en" sz="1226">
                  <a:solidFill>
                    <a:srgbClr val="5E5E5E"/>
                  </a:solidFill>
                  <a:latin typeface="Albert Sans"/>
                  <a:ea typeface="Albert Sans"/>
                  <a:cs typeface="Albert Sans"/>
                  <a:sym typeface="Albert Sans"/>
                </a:rPr>
                <a:t>Server issues JWT tokens for stateless authentication. JWT tokens have expiration to prevent reuse.</a:t>
              </a:r>
              <a:endParaRPr sz="1226">
                <a:solidFill>
                  <a:srgbClr val="5E5E5E"/>
                </a:solidFill>
                <a:latin typeface="Albert Sans"/>
                <a:ea typeface="Albert Sans"/>
                <a:cs typeface="Albert Sans"/>
                <a:sym typeface="Albert Sans"/>
              </a:endParaRPr>
            </a:p>
          </p:txBody>
        </p:sp>
        <p:sp>
          <p:nvSpPr>
            <p:cNvPr id="1062" name="Google Shape;1062;p103"/>
            <p:cNvSpPr txBox="1"/>
            <p:nvPr/>
          </p:nvSpPr>
          <p:spPr>
            <a:xfrm>
              <a:off x="4707550" y="2753780"/>
              <a:ext cx="1314600" cy="851700"/>
            </a:xfrm>
            <a:prstGeom prst="rect">
              <a:avLst/>
            </a:prstGeom>
            <a:noFill/>
            <a:ln>
              <a:noFill/>
            </a:ln>
          </p:spPr>
          <p:txBody>
            <a:bodyPr anchorCtr="0" anchor="t" bIns="0" lIns="112150" spcFirstLastPara="1" rIns="112150" wrap="square" tIns="0">
              <a:noAutofit/>
            </a:bodyPr>
            <a:lstStyle/>
            <a:p>
              <a:pPr indent="0" lvl="0" marL="0" rtl="0" algn="ctr">
                <a:lnSpc>
                  <a:spcPct val="115000"/>
                </a:lnSpc>
                <a:spcBef>
                  <a:spcPts val="0"/>
                </a:spcBef>
                <a:spcAft>
                  <a:spcPts val="245"/>
                </a:spcAft>
                <a:buNone/>
              </a:pPr>
              <a:r>
                <a:rPr lang="en" sz="1226">
                  <a:solidFill>
                    <a:srgbClr val="5E5E5E"/>
                  </a:solidFill>
                  <a:latin typeface="Albert Sans"/>
                  <a:ea typeface="Albert Sans"/>
                  <a:cs typeface="Albert Sans"/>
                  <a:sym typeface="Albert Sans"/>
                </a:rPr>
                <a:t>All communication uses HTTPS to protect sensitive data in transit.</a:t>
              </a:r>
              <a:endParaRPr sz="1226">
                <a:solidFill>
                  <a:srgbClr val="5E5E5E"/>
                </a:solidFill>
                <a:latin typeface="Albert Sans"/>
                <a:ea typeface="Albert Sans"/>
                <a:cs typeface="Albert Sans"/>
                <a:sym typeface="Albert Sans"/>
              </a:endParaRPr>
            </a:p>
          </p:txBody>
        </p:sp>
        <p:sp>
          <p:nvSpPr>
            <p:cNvPr id="1063" name="Google Shape;1063;p103"/>
            <p:cNvSpPr/>
            <p:nvPr/>
          </p:nvSpPr>
          <p:spPr>
            <a:xfrm>
              <a:off x="1744000" y="1585373"/>
              <a:ext cx="198300" cy="198300"/>
            </a:xfrm>
            <a:prstGeom prst="star4">
              <a:avLst>
                <a:gd fmla="val 20600" name="adj"/>
              </a:avLst>
            </a:prstGeom>
            <a:solidFill>
              <a:srgbClr val="5E5E5E"/>
            </a:solidFill>
            <a:ln>
              <a:noFill/>
            </a:ln>
          </p:spPr>
          <p:txBody>
            <a:bodyPr anchorCtr="0" anchor="ctr" bIns="112150" lIns="112150" spcFirstLastPara="1" rIns="112150" wrap="square" tIns="112150">
              <a:noAutofit/>
            </a:bodyPr>
            <a:lstStyle/>
            <a:p>
              <a:pPr indent="0" lvl="0" marL="0" rtl="0" algn="ctr">
                <a:spcBef>
                  <a:spcPts val="0"/>
                </a:spcBef>
                <a:spcAft>
                  <a:spcPts val="0"/>
                </a:spcAft>
                <a:buNone/>
              </a:pPr>
              <a:r>
                <a:t/>
              </a:r>
              <a:endParaRPr sz="1717">
                <a:solidFill>
                  <a:srgbClr val="FFF8EE"/>
                </a:solidFill>
                <a:latin typeface="Days One"/>
                <a:ea typeface="Days One"/>
                <a:cs typeface="Days One"/>
                <a:sym typeface="Days One"/>
              </a:endParaRPr>
            </a:p>
          </p:txBody>
        </p:sp>
        <p:cxnSp>
          <p:nvCxnSpPr>
            <p:cNvPr id="1064" name="Google Shape;1064;p103"/>
            <p:cNvCxnSpPr/>
            <p:nvPr/>
          </p:nvCxnSpPr>
          <p:spPr>
            <a:xfrm flipH="1" rot="5400000">
              <a:off x="2130035" y="1920577"/>
              <a:ext cx="1033800" cy="268500"/>
            </a:xfrm>
            <a:prstGeom prst="curvedConnector3">
              <a:avLst>
                <a:gd fmla="val 50000" name="adj1"/>
              </a:avLst>
            </a:prstGeom>
            <a:noFill/>
            <a:ln cap="flat" cmpd="sng" w="11700">
              <a:solidFill>
                <a:srgbClr val="DA7013"/>
              </a:solidFill>
              <a:prstDash val="solid"/>
              <a:round/>
              <a:headEnd len="med" w="med" type="none"/>
              <a:tailEnd len="med" w="med" type="none"/>
            </a:ln>
          </p:spPr>
        </p:cxnSp>
        <p:cxnSp>
          <p:nvCxnSpPr>
            <p:cNvPr id="1065" name="Google Shape;1065;p103"/>
            <p:cNvCxnSpPr/>
            <p:nvPr/>
          </p:nvCxnSpPr>
          <p:spPr>
            <a:xfrm rot="5400000">
              <a:off x="2130033" y="2954377"/>
              <a:ext cx="1033800" cy="268500"/>
            </a:xfrm>
            <a:prstGeom prst="curvedConnector3">
              <a:avLst>
                <a:gd fmla="val 50000" name="adj1"/>
              </a:avLst>
            </a:prstGeom>
            <a:noFill/>
            <a:ln cap="flat" cmpd="sng" w="11700">
              <a:solidFill>
                <a:srgbClr val="DA7013"/>
              </a:solidFill>
              <a:prstDash val="solid"/>
              <a:round/>
              <a:headEnd len="med" w="med" type="none"/>
              <a:tailEnd len="med" w="med" type="none"/>
            </a:ln>
          </p:spPr>
        </p:cxnSp>
        <p:cxnSp>
          <p:nvCxnSpPr>
            <p:cNvPr id="1066" name="Google Shape;1066;p103"/>
            <p:cNvCxnSpPr/>
            <p:nvPr/>
          </p:nvCxnSpPr>
          <p:spPr>
            <a:xfrm flipH="1" rot="5400000">
              <a:off x="3971899" y="1920577"/>
              <a:ext cx="1033800" cy="268500"/>
            </a:xfrm>
            <a:prstGeom prst="curvedConnector3">
              <a:avLst>
                <a:gd fmla="val 50000" name="adj1"/>
              </a:avLst>
            </a:prstGeom>
            <a:noFill/>
            <a:ln cap="flat" cmpd="sng" w="11700">
              <a:solidFill>
                <a:srgbClr val="DA7013"/>
              </a:solidFill>
              <a:prstDash val="solid"/>
              <a:round/>
              <a:headEnd len="med" w="med" type="none"/>
              <a:tailEnd len="med" w="med" type="none"/>
            </a:ln>
          </p:spPr>
        </p:cxnSp>
        <p:cxnSp>
          <p:nvCxnSpPr>
            <p:cNvPr id="1067" name="Google Shape;1067;p103"/>
            <p:cNvCxnSpPr/>
            <p:nvPr/>
          </p:nvCxnSpPr>
          <p:spPr>
            <a:xfrm rot="5400000">
              <a:off x="3971897" y="2954377"/>
              <a:ext cx="1033800" cy="268500"/>
            </a:xfrm>
            <a:prstGeom prst="curvedConnector3">
              <a:avLst>
                <a:gd fmla="val 50000" name="adj1"/>
              </a:avLst>
            </a:prstGeom>
            <a:noFill/>
            <a:ln cap="flat" cmpd="sng" w="11700">
              <a:solidFill>
                <a:srgbClr val="DA7013"/>
              </a:solidFill>
              <a:prstDash val="solid"/>
              <a:round/>
              <a:headEnd len="med" w="med" type="none"/>
              <a:tailEnd len="med" w="med" type="none"/>
            </a:ln>
          </p:spPr>
        </p:cxnSp>
        <p:cxnSp>
          <p:nvCxnSpPr>
            <p:cNvPr id="1068" name="Google Shape;1068;p103"/>
            <p:cNvCxnSpPr/>
            <p:nvPr/>
          </p:nvCxnSpPr>
          <p:spPr>
            <a:xfrm flipH="1" rot="5400000">
              <a:off x="5811902" y="1920577"/>
              <a:ext cx="1033800" cy="268500"/>
            </a:xfrm>
            <a:prstGeom prst="curvedConnector3">
              <a:avLst>
                <a:gd fmla="val 50000" name="adj1"/>
              </a:avLst>
            </a:prstGeom>
            <a:noFill/>
            <a:ln cap="flat" cmpd="sng" w="11700">
              <a:solidFill>
                <a:srgbClr val="DA7013"/>
              </a:solidFill>
              <a:prstDash val="solid"/>
              <a:round/>
              <a:headEnd len="med" w="med" type="none"/>
              <a:tailEnd len="med" w="med" type="none"/>
            </a:ln>
          </p:spPr>
        </p:cxnSp>
        <p:cxnSp>
          <p:nvCxnSpPr>
            <p:cNvPr id="1069" name="Google Shape;1069;p103"/>
            <p:cNvCxnSpPr/>
            <p:nvPr/>
          </p:nvCxnSpPr>
          <p:spPr>
            <a:xfrm rot="5400000">
              <a:off x="5811900" y="2954377"/>
              <a:ext cx="1033800" cy="268500"/>
            </a:xfrm>
            <a:prstGeom prst="curvedConnector3">
              <a:avLst>
                <a:gd fmla="val 50000" name="adj1"/>
              </a:avLst>
            </a:prstGeom>
            <a:noFill/>
            <a:ln cap="flat" cmpd="sng" w="11700">
              <a:solidFill>
                <a:srgbClr val="DA7013"/>
              </a:solidFill>
              <a:prstDash val="solid"/>
              <a:round/>
              <a:headEnd len="med" w="med" type="none"/>
              <a:tailEnd len="med" w="med" type="none"/>
            </a:ln>
          </p:spPr>
        </p:cxnSp>
        <p:sp>
          <p:nvSpPr>
            <p:cNvPr id="1070" name="Google Shape;1070;p103"/>
            <p:cNvSpPr txBox="1"/>
            <p:nvPr/>
          </p:nvSpPr>
          <p:spPr>
            <a:xfrm>
              <a:off x="2910525" y="2753780"/>
              <a:ext cx="1314600" cy="851700"/>
            </a:xfrm>
            <a:prstGeom prst="rect">
              <a:avLst/>
            </a:prstGeom>
            <a:noFill/>
            <a:ln>
              <a:noFill/>
            </a:ln>
          </p:spPr>
          <p:txBody>
            <a:bodyPr anchorCtr="0" anchor="t" bIns="0" lIns="112150" spcFirstLastPara="1" rIns="112150" wrap="square" tIns="0">
              <a:noAutofit/>
            </a:bodyPr>
            <a:lstStyle/>
            <a:p>
              <a:pPr indent="0" lvl="0" marL="0" rtl="0" algn="ctr">
                <a:lnSpc>
                  <a:spcPct val="115000"/>
                </a:lnSpc>
                <a:spcBef>
                  <a:spcPts val="0"/>
                </a:spcBef>
                <a:spcAft>
                  <a:spcPts val="245"/>
                </a:spcAft>
                <a:buNone/>
              </a:pPr>
              <a:r>
                <a:rPr lang="en" sz="1226">
                  <a:solidFill>
                    <a:srgbClr val="5E5E5E"/>
                  </a:solidFill>
                  <a:latin typeface="Albert Sans"/>
                  <a:ea typeface="Albert Sans"/>
                  <a:cs typeface="Albert Sans"/>
                  <a:sym typeface="Albert Sans"/>
                </a:rPr>
                <a:t>Frontend enforces password strength rules to prevent weak passwords.</a:t>
              </a:r>
              <a:endParaRPr sz="1226">
                <a:solidFill>
                  <a:srgbClr val="5E5E5E"/>
                </a:solidFill>
                <a:latin typeface="Albert Sans"/>
                <a:ea typeface="Albert Sans"/>
                <a:cs typeface="Albert Sans"/>
                <a:sym typeface="Albert San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04"/>
          <p:cNvSpPr txBox="1"/>
          <p:nvPr>
            <p:ph type="ctrTitle"/>
          </p:nvPr>
        </p:nvSpPr>
        <p:spPr>
          <a:xfrm>
            <a:off x="243225" y="484400"/>
            <a:ext cx="8520600" cy="1354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AI Use</a:t>
            </a:r>
            <a:endParaRPr/>
          </a:p>
        </p:txBody>
      </p:sp>
      <p:sp>
        <p:nvSpPr>
          <p:cNvPr id="1076" name="Google Shape;1076;p104"/>
          <p:cNvSpPr txBox="1"/>
          <p:nvPr>
            <p:ph idx="1" type="subTitle"/>
          </p:nvPr>
        </p:nvSpPr>
        <p:spPr>
          <a:xfrm>
            <a:off x="311700" y="2097475"/>
            <a:ext cx="8520600" cy="27087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Clr>
                <a:schemeClr val="dk1"/>
              </a:buClr>
              <a:buSzPct val="39285"/>
              <a:buFont typeface="Arial"/>
              <a:buNone/>
            </a:pPr>
            <a:r>
              <a:rPr lang="en"/>
              <a:t>Text Generation</a:t>
            </a:r>
            <a:endParaRPr/>
          </a:p>
          <a:p>
            <a:pPr indent="0" lvl="0" marL="0" rtl="0" algn="ctr">
              <a:spcBef>
                <a:spcPts val="0"/>
              </a:spcBef>
              <a:spcAft>
                <a:spcPts val="0"/>
              </a:spcAft>
              <a:buClr>
                <a:schemeClr val="dk1"/>
              </a:buClr>
              <a:buSzPct val="39285"/>
              <a:buFont typeface="Arial"/>
              <a:buNone/>
            </a:pPr>
            <a:r>
              <a:rPr lang="en"/>
              <a:t>ChatGPT | Gemini | DeepSeek | Kimi</a:t>
            </a:r>
            <a:endParaRPr/>
          </a:p>
          <a:p>
            <a:pPr indent="0" lvl="0" marL="0" rtl="0" algn="ctr">
              <a:spcBef>
                <a:spcPts val="0"/>
              </a:spcBef>
              <a:spcAft>
                <a:spcPts val="0"/>
              </a:spcAft>
              <a:buClr>
                <a:schemeClr val="dk1"/>
              </a:buClr>
              <a:buSzPct val="39285"/>
              <a:buFont typeface="Arial"/>
              <a:buNone/>
            </a:pPr>
            <a:r>
              <a:t/>
            </a:r>
            <a:endParaRPr/>
          </a:p>
          <a:p>
            <a:pPr indent="0" lvl="0" marL="0" rtl="0" algn="ctr">
              <a:spcBef>
                <a:spcPts val="0"/>
              </a:spcBef>
              <a:spcAft>
                <a:spcPts val="0"/>
              </a:spcAft>
              <a:buClr>
                <a:schemeClr val="dk1"/>
              </a:buClr>
              <a:buSzPct val="39285"/>
              <a:buFont typeface="Arial"/>
              <a:buNone/>
            </a:pPr>
            <a:r>
              <a:rPr lang="en"/>
              <a:t>Code Assistance</a:t>
            </a:r>
            <a:endParaRPr/>
          </a:p>
          <a:p>
            <a:pPr indent="0" lvl="0" marL="0" rtl="0" algn="ctr">
              <a:spcBef>
                <a:spcPts val="0"/>
              </a:spcBef>
              <a:spcAft>
                <a:spcPts val="0"/>
              </a:spcAft>
              <a:buClr>
                <a:schemeClr val="dk1"/>
              </a:buClr>
              <a:buSzPct val="39285"/>
              <a:buFont typeface="Arial"/>
              <a:buNone/>
            </a:pPr>
            <a:r>
              <a:rPr lang="en"/>
              <a:t>ChatGPT | GitHub Copilot | Copilot | DeepSeek | Gordon | Cursor | Codex </a:t>
            </a:r>
            <a:endParaRPr/>
          </a:p>
          <a:p>
            <a:pPr indent="0" lvl="0" marL="0" rtl="0" algn="ctr">
              <a:spcBef>
                <a:spcPts val="0"/>
              </a:spcBef>
              <a:spcAft>
                <a:spcPts val="0"/>
              </a:spcAft>
              <a:buClr>
                <a:schemeClr val="dk1"/>
              </a:buClr>
              <a:buSzPct val="39285"/>
              <a:buFont typeface="Arial"/>
              <a:buNone/>
            </a:pPr>
            <a:r>
              <a:t/>
            </a:r>
            <a:endParaRPr/>
          </a:p>
          <a:p>
            <a:pPr indent="0" lvl="0" marL="0" rtl="0" algn="ctr">
              <a:spcBef>
                <a:spcPts val="0"/>
              </a:spcBef>
              <a:spcAft>
                <a:spcPts val="0"/>
              </a:spcAft>
              <a:buNone/>
            </a:pPr>
            <a:r>
              <a:rPr lang="en"/>
              <a:t>Image Generation </a:t>
            </a:r>
            <a:r>
              <a:rPr lang="en"/>
              <a:t> </a:t>
            </a:r>
            <a:endParaRPr/>
          </a:p>
          <a:p>
            <a:pPr indent="0" lvl="0" marL="0" rtl="0" algn="ctr">
              <a:spcBef>
                <a:spcPts val="0"/>
              </a:spcBef>
              <a:spcAft>
                <a:spcPts val="0"/>
              </a:spcAft>
              <a:buClr>
                <a:schemeClr val="dk1"/>
              </a:buClr>
              <a:buSzPct val="39285"/>
              <a:buFont typeface="Arial"/>
              <a:buNone/>
            </a:pPr>
            <a:r>
              <a:rPr lang="en"/>
              <a:t>Midjourney | Figma | Nanobanana | Pixso | Sora</a:t>
            </a:r>
            <a:endParaRPr/>
          </a:p>
          <a:p>
            <a:pPr indent="0" lvl="0" marL="0" rtl="0" algn="ctr">
              <a:spcBef>
                <a:spcPts val="0"/>
              </a:spcBef>
              <a:spcAft>
                <a:spcPts val="0"/>
              </a:spcAft>
              <a:buClr>
                <a:schemeClr val="dk1"/>
              </a:buClr>
              <a:buSzPct val="39285"/>
              <a:buFont typeface="Arial"/>
              <a:buNone/>
            </a:pPr>
            <a:r>
              <a:t/>
            </a:r>
            <a:endParaRPr/>
          </a:p>
          <a:p>
            <a:pPr indent="0" lvl="0" marL="0" rtl="0" algn="ctr">
              <a:spcBef>
                <a:spcPts val="0"/>
              </a:spcBef>
              <a:spcAft>
                <a:spcPts val="0"/>
              </a:spcAft>
              <a:buClr>
                <a:schemeClr val="dk1"/>
              </a:buClr>
              <a:buSzPct val="39285"/>
              <a:buFont typeface="Arial"/>
              <a:buNone/>
            </a:pPr>
            <a:r>
              <a:rPr lang="en"/>
              <a:t>Knowledge Management </a:t>
            </a:r>
            <a:endParaRPr/>
          </a:p>
          <a:p>
            <a:pPr indent="0" lvl="0" marL="0" rtl="0" algn="ctr">
              <a:spcBef>
                <a:spcPts val="0"/>
              </a:spcBef>
              <a:spcAft>
                <a:spcPts val="0"/>
              </a:spcAft>
              <a:buClr>
                <a:schemeClr val="dk1"/>
              </a:buClr>
              <a:buSzPct val="39285"/>
              <a:buFont typeface="Arial"/>
              <a:buNone/>
            </a:pPr>
            <a:r>
              <a:rPr lang="en"/>
              <a:t>ChatGPT Memory</a:t>
            </a:r>
            <a:endParaRPr/>
          </a:p>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2"/>
                </a:solidFill>
              </a:rPr>
              <a:t>Text Generation</a:t>
            </a:r>
            <a:endParaRPr>
              <a:solidFill>
                <a:schemeClr val="dk2"/>
              </a:solidFill>
            </a:endParaRPr>
          </a:p>
          <a:p>
            <a:pPr indent="0" lvl="0" marL="0" rtl="0" algn="l">
              <a:spcBef>
                <a:spcPts val="0"/>
              </a:spcBef>
              <a:spcAft>
                <a:spcPts val="0"/>
              </a:spcAft>
              <a:buNone/>
            </a:pPr>
            <a:r>
              <a:t/>
            </a:r>
            <a:endParaRPr/>
          </a:p>
        </p:txBody>
      </p:sp>
      <p:sp>
        <p:nvSpPr>
          <p:cNvPr id="1082" name="Google Shape;1082;p10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a:t>1.	Correcting grammatical and typographical errors </a:t>
            </a:r>
            <a:r>
              <a:rPr lang="en"/>
              <a:t>(ChatGPT | Gemini)</a:t>
            </a:r>
            <a:endParaRPr/>
          </a:p>
          <a:p>
            <a:pPr indent="0" lvl="0" marL="0" rtl="0" algn="l">
              <a:lnSpc>
                <a:spcPct val="100000"/>
              </a:lnSpc>
              <a:spcBef>
                <a:spcPts val="0"/>
              </a:spcBef>
              <a:spcAft>
                <a:spcPts val="0"/>
              </a:spcAft>
              <a:buClr>
                <a:schemeClr val="dk1"/>
              </a:buClr>
              <a:buSzPts val="1100"/>
              <a:buFont typeface="Arial"/>
              <a:buNone/>
            </a:pPr>
            <a:r>
              <a:rPr lang="en"/>
              <a:t>2.	Make the description more professional (</a:t>
            </a:r>
            <a:r>
              <a:rPr lang="en"/>
              <a:t> DeepSeek | Kimi )</a:t>
            </a:r>
            <a:endParaRPr/>
          </a:p>
          <a:p>
            <a:pPr indent="45720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sz="2800"/>
          </a:p>
          <a:p>
            <a:pPr indent="0" lvl="0" marL="0" rtl="0" algn="l">
              <a:spcBef>
                <a:spcPts val="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2"/>
                </a:solidFill>
              </a:rPr>
              <a:t>Image Generation</a:t>
            </a:r>
            <a:endParaRPr>
              <a:solidFill>
                <a:schemeClr val="dk2"/>
              </a:solidFill>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a:p>
        </p:txBody>
      </p:sp>
      <p:sp>
        <p:nvSpPr>
          <p:cNvPr id="1088" name="Google Shape;1088;p10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Create Study Buddy (Sora | Nanobanana | Midjourney)</a:t>
            </a:r>
            <a:endParaRPr/>
          </a:p>
          <a:p>
            <a:pPr indent="-342900" lvl="0" marL="457200" rtl="0" algn="l">
              <a:spcBef>
                <a:spcPts val="0"/>
              </a:spcBef>
              <a:spcAft>
                <a:spcPts val="0"/>
              </a:spcAft>
              <a:buSzPts val="1800"/>
              <a:buAutoNum type="arabicPeriod"/>
            </a:pPr>
            <a:r>
              <a:rPr lang="en"/>
              <a:t>Design frontend ( Figma | Pixso)</a:t>
            </a:r>
            <a:endParaRPr/>
          </a:p>
          <a:p>
            <a:pPr indent="0" lvl="0" marL="457200" rtl="0" algn="l">
              <a:spcBef>
                <a:spcPts val="120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solidFill>
                  <a:schemeClr val="dk2"/>
                </a:solidFill>
              </a:rPr>
              <a:t>Code Assistance</a:t>
            </a:r>
            <a:endParaRPr b="1">
              <a:solidFill>
                <a:schemeClr val="dk2"/>
              </a:solidFill>
            </a:endParaRPr>
          </a:p>
          <a:p>
            <a:pPr indent="0" lvl="0" marL="0" rtl="0" algn="l">
              <a:spcBef>
                <a:spcPts val="0"/>
              </a:spcBef>
              <a:spcAft>
                <a:spcPts val="0"/>
              </a:spcAft>
              <a:buNone/>
            </a:pPr>
            <a:r>
              <a:t/>
            </a:r>
            <a:endParaRPr/>
          </a:p>
        </p:txBody>
      </p:sp>
      <p:sp>
        <p:nvSpPr>
          <p:cNvPr id="1094" name="Google Shape;1094;p10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lnSpc>
                <a:spcPct val="100000"/>
              </a:lnSpc>
              <a:spcBef>
                <a:spcPts val="0"/>
              </a:spcBef>
              <a:spcAft>
                <a:spcPts val="0"/>
              </a:spcAft>
              <a:buClr>
                <a:srgbClr val="000000"/>
              </a:buClr>
              <a:buSzPts val="1700"/>
              <a:buFont typeface="Arial"/>
              <a:buAutoNum type="arabicPeriod"/>
            </a:pPr>
            <a:r>
              <a:rPr lang="en"/>
              <a:t>Help to use application (</a:t>
            </a:r>
            <a:r>
              <a:rPr lang="en"/>
              <a:t>GitHub Copilot | Copilot</a:t>
            </a:r>
            <a:r>
              <a:rPr lang="en"/>
              <a:t>)</a:t>
            </a:r>
            <a:endParaRPr/>
          </a:p>
          <a:p>
            <a:pPr indent="-336550" lvl="0" marL="457200" rtl="0" algn="l">
              <a:lnSpc>
                <a:spcPct val="100000"/>
              </a:lnSpc>
              <a:spcBef>
                <a:spcPts val="0"/>
              </a:spcBef>
              <a:spcAft>
                <a:spcPts val="0"/>
              </a:spcAft>
              <a:buClr>
                <a:srgbClr val="000000"/>
              </a:buClr>
              <a:buSzPts val="1700"/>
              <a:buFont typeface="Arial"/>
              <a:buAutoNum type="arabicPeriod"/>
            </a:pPr>
            <a:r>
              <a:rPr lang="en"/>
              <a:t>Fix bugs ( </a:t>
            </a:r>
            <a:r>
              <a:rPr lang="en"/>
              <a:t>ChatGPT | DeepSeek | Gordon | Cursor | Codex)</a:t>
            </a:r>
            <a:endParaRPr/>
          </a:p>
          <a:p>
            <a:pPr indent="-336550" lvl="0" marL="457200" rtl="0" algn="l">
              <a:lnSpc>
                <a:spcPct val="100000"/>
              </a:lnSpc>
              <a:spcBef>
                <a:spcPts val="0"/>
              </a:spcBef>
              <a:spcAft>
                <a:spcPts val="0"/>
              </a:spcAft>
              <a:buClr>
                <a:srgbClr val="000000"/>
              </a:buClr>
              <a:buSzPts val="1700"/>
              <a:buFont typeface="Arial"/>
              <a:buAutoNum type="arabicPeriod"/>
            </a:pPr>
            <a:r>
              <a:rPr lang="en"/>
              <a:t>Generate</a:t>
            </a:r>
            <a:r>
              <a:rPr lang="en"/>
              <a:t> test code (</a:t>
            </a:r>
            <a:r>
              <a:rPr lang="en"/>
              <a:t>ChatGPT | DeepSeek</a:t>
            </a:r>
            <a:r>
              <a:rPr lang="en"/>
              <a:t>)</a:t>
            </a:r>
            <a:endParaRPr/>
          </a:p>
          <a:p>
            <a:pPr indent="-336550" lvl="0" marL="457200" rtl="0" algn="l">
              <a:lnSpc>
                <a:spcPct val="100000"/>
              </a:lnSpc>
              <a:spcBef>
                <a:spcPts val="0"/>
              </a:spcBef>
              <a:spcAft>
                <a:spcPts val="0"/>
              </a:spcAft>
              <a:buClr>
                <a:srgbClr val="000000"/>
              </a:buClr>
              <a:buSzPts val="1700"/>
              <a:buFont typeface="Arial"/>
              <a:buAutoNum type="arabicPeriod"/>
            </a:pPr>
            <a:r>
              <a:rPr lang="en"/>
              <a:t>Optimize the algorithm's complexity (</a:t>
            </a:r>
            <a:r>
              <a:rPr lang="en"/>
              <a:t>ChatGPT | DeepSeek</a:t>
            </a:r>
            <a:r>
              <a:rPr lang="en"/>
              <a:t>)</a:t>
            </a:r>
            <a:endParaRPr/>
          </a:p>
          <a:p>
            <a:pPr indent="0" lvl="0" marL="0" rtl="0" algn="ctr">
              <a:lnSpc>
                <a:spcPct val="100000"/>
              </a:lnSpc>
              <a:spcBef>
                <a:spcPts val="0"/>
              </a:spcBef>
              <a:spcAft>
                <a:spcPts val="0"/>
              </a:spcAft>
              <a:buClr>
                <a:schemeClr val="dk1"/>
              </a:buClr>
              <a:buSzPts val="1100"/>
              <a:buFont typeface="Arial"/>
              <a:buNone/>
            </a:pPr>
            <a:r>
              <a:t/>
            </a:r>
            <a:endParaRPr/>
          </a:p>
          <a:p>
            <a:pPr indent="0" lvl="0" marL="0" rtl="0" algn="ctr">
              <a:lnSpc>
                <a:spcPct val="100000"/>
              </a:lnSpc>
              <a:spcBef>
                <a:spcPts val="0"/>
              </a:spcBef>
              <a:spcAft>
                <a:spcPts val="0"/>
              </a:spcAft>
              <a:buClr>
                <a:schemeClr val="dk1"/>
              </a:buClr>
              <a:buSzPts val="1100"/>
              <a:buFont typeface="Arial"/>
              <a:buNone/>
            </a:pPr>
            <a:r>
              <a:rPr lang="en"/>
              <a:t>  </a:t>
            </a:r>
            <a:endParaRPr/>
          </a:p>
          <a:p>
            <a:pPr indent="0" lvl="0" marL="0" rtl="0" algn="l">
              <a:spcBef>
                <a:spcPts val="0"/>
              </a:spcBef>
              <a:spcAft>
                <a:spcPts val="1200"/>
              </a:spcAft>
              <a:buNone/>
            </a:pPr>
            <a:r>
              <a:t/>
            </a:r>
            <a:endParaRPr/>
          </a:p>
        </p:txBody>
      </p:sp>
      <p:pic>
        <p:nvPicPr>
          <p:cNvPr id="1095" name="Google Shape;1095;p107"/>
          <p:cNvPicPr preferRelativeResize="0"/>
          <p:nvPr/>
        </p:nvPicPr>
        <p:blipFill>
          <a:blip r:embed="rId3">
            <a:alphaModFix/>
          </a:blip>
          <a:stretch>
            <a:fillRect/>
          </a:stretch>
        </p:blipFill>
        <p:spPr>
          <a:xfrm>
            <a:off x="311700" y="3507075"/>
            <a:ext cx="2447975" cy="1003073"/>
          </a:xfrm>
          <a:prstGeom prst="rect">
            <a:avLst/>
          </a:prstGeom>
          <a:noFill/>
          <a:ln>
            <a:noFill/>
          </a:ln>
        </p:spPr>
      </p:pic>
      <p:pic>
        <p:nvPicPr>
          <p:cNvPr id="1096" name="Google Shape;1096;p107"/>
          <p:cNvPicPr preferRelativeResize="0"/>
          <p:nvPr/>
        </p:nvPicPr>
        <p:blipFill>
          <a:blip r:embed="rId4">
            <a:alphaModFix/>
          </a:blip>
          <a:stretch>
            <a:fillRect/>
          </a:stretch>
        </p:blipFill>
        <p:spPr>
          <a:xfrm>
            <a:off x="3299200" y="3569146"/>
            <a:ext cx="2447975" cy="878925"/>
          </a:xfrm>
          <a:prstGeom prst="rect">
            <a:avLst/>
          </a:prstGeom>
          <a:noFill/>
          <a:ln>
            <a:noFill/>
          </a:ln>
        </p:spPr>
      </p:pic>
      <p:pic>
        <p:nvPicPr>
          <p:cNvPr id="1097" name="Google Shape;1097;p107"/>
          <p:cNvPicPr preferRelativeResize="0"/>
          <p:nvPr/>
        </p:nvPicPr>
        <p:blipFill>
          <a:blip r:embed="rId5">
            <a:alphaModFix/>
          </a:blip>
          <a:stretch>
            <a:fillRect/>
          </a:stretch>
        </p:blipFill>
        <p:spPr>
          <a:xfrm>
            <a:off x="6286708" y="3697095"/>
            <a:ext cx="2545600" cy="6230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0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Games</a:t>
            </a:r>
            <a:endParaRPr/>
          </a:p>
        </p:txBody>
      </p:sp>
      <p:sp>
        <p:nvSpPr>
          <p:cNvPr id="1103" name="Google Shape;1103;p10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09"/>
          <p:cNvSpPr txBox="1"/>
          <p:nvPr>
            <p:ph idx="4294967295" type="title"/>
          </p:nvPr>
        </p:nvSpPr>
        <p:spPr>
          <a:xfrm>
            <a:off x="487725" y="448051"/>
            <a:ext cx="4179900" cy="5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A7013"/>
                </a:solidFill>
              </a:rPr>
              <a:t>Why mini games?</a:t>
            </a:r>
            <a:endParaRPr>
              <a:solidFill>
                <a:srgbClr val="DA7013"/>
              </a:solidFill>
              <a:latin typeface="Arial"/>
              <a:ea typeface="Arial"/>
              <a:cs typeface="Arial"/>
              <a:sym typeface="Arial"/>
            </a:endParaRPr>
          </a:p>
        </p:txBody>
      </p:sp>
      <p:sp>
        <p:nvSpPr>
          <p:cNvPr id="1109" name="Google Shape;1109;p109"/>
          <p:cNvSpPr txBox="1"/>
          <p:nvPr/>
        </p:nvSpPr>
        <p:spPr>
          <a:xfrm>
            <a:off x="504475" y="1013076"/>
            <a:ext cx="8445600" cy="17955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Support Focus Mode: provide short, bounded rest breaks</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Reduce cognitive fatigue → increase overall study consistency</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Reward user progress (intrinsic + gamified motivation)</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Improve user retention through interactive elements</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Each game session provides structured, time-restricted rest (not distractions)</a:t>
            </a:r>
            <a:endParaRPr sz="1600">
              <a:solidFill>
                <a:schemeClr val="dk1"/>
              </a:solidFill>
            </a:endParaRPr>
          </a:p>
          <a:p>
            <a:pPr indent="0" lvl="0" marL="0" rtl="0" algn="l">
              <a:lnSpc>
                <a:spcPct val="115000"/>
              </a:lnSpc>
              <a:spcBef>
                <a:spcPts val="1600"/>
              </a:spcBef>
              <a:spcAft>
                <a:spcPts val="0"/>
              </a:spcAft>
              <a:buNone/>
            </a:pPr>
            <a:r>
              <a:rPr b="1" lang="en" sz="1600">
                <a:solidFill>
                  <a:schemeClr val="dk1"/>
                </a:solidFill>
              </a:rPr>
              <a:t>System Role in Study Buddy</a:t>
            </a:r>
            <a:endParaRPr b="1" sz="1600">
              <a:solidFill>
                <a:schemeClr val="dk1"/>
              </a:solidFill>
            </a:endParaRPr>
          </a:p>
          <a:p>
            <a:pPr indent="-330200" lvl="0" marL="457200" rtl="0" algn="l">
              <a:lnSpc>
                <a:spcPct val="115000"/>
              </a:lnSpc>
              <a:spcBef>
                <a:spcPts val="1600"/>
              </a:spcBef>
              <a:spcAft>
                <a:spcPts val="0"/>
              </a:spcAft>
              <a:buClr>
                <a:schemeClr val="dk1"/>
              </a:buClr>
              <a:buSzPts val="1600"/>
              <a:buChar char="●"/>
            </a:pPr>
            <a:r>
              <a:rPr lang="en" sz="1600">
                <a:solidFill>
                  <a:schemeClr val="dk1"/>
                </a:solidFill>
              </a:rPr>
              <a:t>Games integrated into study cycle → only available after timer session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Game performance (e.g., highest score) connects to reward system (future extension)</a:t>
            </a:r>
            <a:endParaRPr sz="16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10"/>
          <p:cNvSpPr txBox="1"/>
          <p:nvPr>
            <p:ph idx="4294967295" type="title"/>
          </p:nvPr>
        </p:nvSpPr>
        <p:spPr>
          <a:xfrm>
            <a:off x="487725" y="448051"/>
            <a:ext cx="4179900" cy="5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A7013"/>
                </a:solidFill>
              </a:rPr>
              <a:t>Functional Requirements</a:t>
            </a:r>
            <a:endParaRPr>
              <a:solidFill>
                <a:srgbClr val="DA7013"/>
              </a:solidFill>
              <a:latin typeface="Arial"/>
              <a:ea typeface="Arial"/>
              <a:cs typeface="Arial"/>
              <a:sym typeface="Arial"/>
            </a:endParaRPr>
          </a:p>
        </p:txBody>
      </p:sp>
      <p:sp>
        <p:nvSpPr>
          <p:cNvPr id="1115" name="Google Shape;1115;p110"/>
          <p:cNvSpPr txBox="1"/>
          <p:nvPr/>
        </p:nvSpPr>
        <p:spPr>
          <a:xfrm>
            <a:off x="504475" y="1013076"/>
            <a:ext cx="84456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chemeClr val="dk1"/>
                </a:solidFill>
              </a:rPr>
              <a:t>Time-Restricted Gameplay</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Game session available only after particular study session</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User cannot extend gameplay beyond allowed break duration</a:t>
            </a:r>
            <a:endParaRPr sz="1600">
              <a:solidFill>
                <a:schemeClr val="dk1"/>
              </a:solidFill>
            </a:endParaRPr>
          </a:p>
          <a:p>
            <a:pPr indent="0" lvl="0" marL="0" marR="0" rtl="0" algn="l">
              <a:lnSpc>
                <a:spcPct val="115000"/>
              </a:lnSpc>
              <a:spcBef>
                <a:spcPts val="0"/>
              </a:spcBef>
              <a:spcAft>
                <a:spcPts val="0"/>
              </a:spcAft>
              <a:buNone/>
            </a:pPr>
            <a:r>
              <a:rPr b="1" lang="en" sz="1600">
                <a:solidFill>
                  <a:schemeClr val="dk1"/>
                </a:solidFill>
              </a:rPr>
              <a:t>Score Tracking</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Session score calculated differently per game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Score displayed in real-time during gameplay</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Highest score stored locally (SQLite via backend API planned)</a:t>
            </a:r>
            <a:endParaRPr sz="1600">
              <a:solidFill>
                <a:schemeClr val="dk1"/>
              </a:solidFill>
            </a:endParaRPr>
          </a:p>
          <a:p>
            <a:pPr indent="0" lvl="0" marL="0" marR="0" rtl="0" algn="l">
              <a:lnSpc>
                <a:spcPct val="115000"/>
              </a:lnSpc>
              <a:spcBef>
                <a:spcPts val="0"/>
              </a:spcBef>
              <a:spcAft>
                <a:spcPts val="0"/>
              </a:spcAft>
              <a:buNone/>
            </a:pPr>
            <a:r>
              <a:rPr b="1" lang="en" sz="1600">
                <a:solidFill>
                  <a:schemeClr val="dk1"/>
                </a:solidFill>
              </a:rPr>
              <a:t>Mobile-Friendly Controls</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Single-tap / press interactions only</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Game parameters adjusted in real time according to screen ratio</a:t>
            </a:r>
            <a:endParaRPr sz="1600">
              <a:solidFill>
                <a:schemeClr val="dk1"/>
              </a:solidFill>
            </a:endParaRPr>
          </a:p>
          <a:p>
            <a:pPr indent="0" lvl="0" marL="0" marR="0" rtl="0" algn="l">
              <a:lnSpc>
                <a:spcPct val="115000"/>
              </a:lnSpc>
              <a:spcBef>
                <a:spcPts val="0"/>
              </a:spcBef>
              <a:spcAft>
                <a:spcPts val="0"/>
              </a:spcAft>
              <a:buNone/>
            </a:pPr>
            <a:r>
              <a:rPr b="1" lang="en" sz="1600">
                <a:solidFill>
                  <a:schemeClr val="dk1"/>
                </a:solidFill>
              </a:rPr>
              <a:t>Seamless Navigation</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Enter Game → Play Session → Auto-End → Score Page → Return to Home</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Prevented memory leaks &amp; timer duplication during navigation transitions</a:t>
            </a:r>
            <a:endParaRPr sz="16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11"/>
          <p:cNvSpPr txBox="1"/>
          <p:nvPr>
            <p:ph idx="4294967295" type="title"/>
          </p:nvPr>
        </p:nvSpPr>
        <p:spPr>
          <a:xfrm>
            <a:off x="487725" y="448051"/>
            <a:ext cx="5043000" cy="5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A7013"/>
                </a:solidFill>
              </a:rPr>
              <a:t>Non-</a:t>
            </a:r>
            <a:r>
              <a:rPr lang="en">
                <a:solidFill>
                  <a:srgbClr val="DA7013"/>
                </a:solidFill>
              </a:rPr>
              <a:t>Functional Requirements</a:t>
            </a:r>
            <a:endParaRPr>
              <a:solidFill>
                <a:srgbClr val="DA7013"/>
              </a:solidFill>
              <a:latin typeface="Arial"/>
              <a:ea typeface="Arial"/>
              <a:cs typeface="Arial"/>
              <a:sym typeface="Arial"/>
            </a:endParaRPr>
          </a:p>
        </p:txBody>
      </p:sp>
      <p:sp>
        <p:nvSpPr>
          <p:cNvPr id="1121" name="Google Shape;1121;p111"/>
          <p:cNvSpPr txBox="1"/>
          <p:nvPr/>
        </p:nvSpPr>
        <p:spPr>
          <a:xfrm>
            <a:off x="504475" y="1013076"/>
            <a:ext cx="84456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chemeClr val="dk1"/>
                </a:solidFill>
              </a:rPr>
              <a:t>Performance</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Maintain smooth animation without external game engine</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Minimize React re-renders by storing physics in useRef</a:t>
            </a:r>
            <a:endParaRPr sz="1600">
              <a:solidFill>
                <a:schemeClr val="dk1"/>
              </a:solidFill>
            </a:endParaRPr>
          </a:p>
          <a:p>
            <a:pPr indent="0" lvl="0" marL="0" marR="0" rtl="0" algn="l">
              <a:lnSpc>
                <a:spcPct val="115000"/>
              </a:lnSpc>
              <a:spcBef>
                <a:spcPts val="0"/>
              </a:spcBef>
              <a:spcAft>
                <a:spcPts val="0"/>
              </a:spcAft>
              <a:buNone/>
            </a:pPr>
            <a:r>
              <a:rPr b="1" lang="en" sz="1600">
                <a:solidFill>
                  <a:schemeClr val="dk1"/>
                </a:solidFill>
              </a:rPr>
              <a:t>Reliability</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All timers cleared on unmount</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No game loop after exiting a game</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Collision + movement stable across devices</a:t>
            </a:r>
            <a:endParaRPr sz="1600">
              <a:solidFill>
                <a:schemeClr val="dk1"/>
              </a:solidFill>
            </a:endParaRPr>
          </a:p>
          <a:p>
            <a:pPr indent="0" lvl="0" marL="0" marR="0" rtl="0" algn="l">
              <a:lnSpc>
                <a:spcPct val="115000"/>
              </a:lnSpc>
              <a:spcBef>
                <a:spcPts val="0"/>
              </a:spcBef>
              <a:spcAft>
                <a:spcPts val="0"/>
              </a:spcAft>
              <a:buNone/>
            </a:pPr>
            <a:r>
              <a:rPr b="1" lang="en" sz="1600">
                <a:solidFill>
                  <a:schemeClr val="dk1"/>
                </a:solidFill>
              </a:rPr>
              <a:t>Usability</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Simple, intuitive gameplay</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Accessible for short 20–40 sec rest periods</a:t>
            </a:r>
            <a:endParaRPr sz="1600">
              <a:solidFill>
                <a:schemeClr val="dk1"/>
              </a:solidFill>
            </a:endParaRPr>
          </a:p>
          <a:p>
            <a:pPr indent="0" lvl="0" marL="0" marR="0" rtl="0" algn="l">
              <a:lnSpc>
                <a:spcPct val="115000"/>
              </a:lnSpc>
              <a:spcBef>
                <a:spcPts val="0"/>
              </a:spcBef>
              <a:spcAft>
                <a:spcPts val="0"/>
              </a:spcAft>
              <a:buNone/>
            </a:pPr>
            <a:r>
              <a:rPr b="1" lang="en" sz="1600">
                <a:solidFill>
                  <a:schemeClr val="dk1"/>
                </a:solidFill>
              </a:rPr>
              <a:t>Security</a:t>
            </a:r>
            <a:endParaRPr b="1" sz="11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Score submission tied to the logged-in user</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Prevent tampering by centralizing score update logic</a:t>
            </a:r>
            <a:endParaRPr b="1" sz="16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12"/>
          <p:cNvSpPr txBox="1"/>
          <p:nvPr>
            <p:ph idx="4294967295" type="title"/>
          </p:nvPr>
        </p:nvSpPr>
        <p:spPr>
          <a:xfrm>
            <a:off x="487725" y="448051"/>
            <a:ext cx="5043000" cy="5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A7013"/>
                </a:solidFill>
              </a:rPr>
              <a:t>Tech Stack used</a:t>
            </a:r>
            <a:endParaRPr>
              <a:solidFill>
                <a:srgbClr val="DA7013"/>
              </a:solidFill>
              <a:latin typeface="Arial"/>
              <a:ea typeface="Arial"/>
              <a:cs typeface="Arial"/>
              <a:sym typeface="Arial"/>
            </a:endParaRPr>
          </a:p>
        </p:txBody>
      </p:sp>
      <p:sp>
        <p:nvSpPr>
          <p:cNvPr id="1127" name="Google Shape;1127;p112"/>
          <p:cNvSpPr txBox="1"/>
          <p:nvPr/>
        </p:nvSpPr>
        <p:spPr>
          <a:xfrm>
            <a:off x="504475" y="1080500"/>
            <a:ext cx="84456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dk1"/>
                </a:solidFill>
              </a:rPr>
              <a:t>React Native (Expo) → UI + rendering</a:t>
            </a:r>
            <a:endParaRPr sz="1600">
              <a:solidFill>
                <a:schemeClr val="dk1"/>
              </a:solidFill>
            </a:endParaRPr>
          </a:p>
          <a:p>
            <a:pPr indent="0" lvl="0" marL="457200" marR="0" rtl="0" algn="l">
              <a:lnSpc>
                <a:spcPct val="115000"/>
              </a:lnSpc>
              <a:spcBef>
                <a:spcPts val="0"/>
              </a:spcBef>
              <a:spcAft>
                <a:spcPts val="0"/>
              </a:spcAft>
              <a:buNone/>
            </a:pPr>
            <a:r>
              <a:t/>
            </a:r>
            <a:endParaRPr sz="1600">
              <a:solidFill>
                <a:schemeClr val="dk1"/>
              </a:solidFill>
            </a:endParaRPr>
          </a:p>
          <a:p>
            <a:pPr indent="0" lvl="0" marL="0" marR="0" rtl="0" algn="l">
              <a:lnSpc>
                <a:spcPct val="115000"/>
              </a:lnSpc>
              <a:spcBef>
                <a:spcPts val="0"/>
              </a:spcBef>
              <a:spcAft>
                <a:spcPts val="0"/>
              </a:spcAft>
              <a:buNone/>
            </a:pPr>
            <a:r>
              <a:rPr lang="en" sz="1600">
                <a:solidFill>
                  <a:schemeClr val="dk1"/>
                </a:solidFill>
              </a:rPr>
              <a:t>React Hooks → state, physics, update loops</a:t>
            </a:r>
            <a:endParaRPr sz="1600">
              <a:solidFill>
                <a:schemeClr val="dk1"/>
              </a:solidFill>
            </a:endParaRPr>
          </a:p>
          <a:p>
            <a:pPr indent="0" lvl="0" marL="0" marR="0" rtl="0" algn="l">
              <a:lnSpc>
                <a:spcPct val="115000"/>
              </a:lnSpc>
              <a:spcBef>
                <a:spcPts val="0"/>
              </a:spcBef>
              <a:spcAft>
                <a:spcPts val="0"/>
              </a:spcAft>
              <a:buNone/>
            </a:pPr>
            <a:r>
              <a:t/>
            </a:r>
            <a:endParaRPr sz="1600">
              <a:solidFill>
                <a:schemeClr val="dk1"/>
              </a:solidFill>
            </a:endParaRPr>
          </a:p>
          <a:p>
            <a:pPr indent="0" lvl="0" marL="0" marR="0" rtl="0" algn="l">
              <a:lnSpc>
                <a:spcPct val="115000"/>
              </a:lnSpc>
              <a:spcBef>
                <a:spcPts val="0"/>
              </a:spcBef>
              <a:spcAft>
                <a:spcPts val="0"/>
              </a:spcAft>
              <a:buNone/>
            </a:pPr>
            <a:r>
              <a:rPr lang="en" sz="1600">
                <a:solidFill>
                  <a:schemeClr val="dk1"/>
                </a:solidFill>
              </a:rPr>
              <a:t>useRef → persistent variables without rerender</a:t>
            </a:r>
            <a:endParaRPr sz="1600">
              <a:solidFill>
                <a:schemeClr val="dk1"/>
              </a:solidFill>
            </a:endParaRPr>
          </a:p>
          <a:p>
            <a:pPr indent="0" lvl="0" marL="0" marR="0" rtl="0" algn="l">
              <a:lnSpc>
                <a:spcPct val="115000"/>
              </a:lnSpc>
              <a:spcBef>
                <a:spcPts val="0"/>
              </a:spcBef>
              <a:spcAft>
                <a:spcPts val="0"/>
              </a:spcAft>
              <a:buNone/>
            </a:pPr>
            <a:r>
              <a:t/>
            </a:r>
            <a:endParaRPr sz="1600">
              <a:solidFill>
                <a:schemeClr val="dk1"/>
              </a:solidFill>
            </a:endParaRPr>
          </a:p>
          <a:p>
            <a:pPr indent="0" lvl="0" marL="0" marR="0" rtl="0" algn="l">
              <a:lnSpc>
                <a:spcPct val="115000"/>
              </a:lnSpc>
              <a:spcBef>
                <a:spcPts val="0"/>
              </a:spcBef>
              <a:spcAft>
                <a:spcPts val="0"/>
              </a:spcAft>
              <a:buNone/>
            </a:pPr>
            <a:r>
              <a:rPr lang="en" sz="1600">
                <a:solidFill>
                  <a:schemeClr val="dk1"/>
                </a:solidFill>
              </a:rPr>
              <a:t>React Navigation → screen transitions</a:t>
            </a:r>
            <a:endParaRPr sz="1600">
              <a:solidFill>
                <a:schemeClr val="dk1"/>
              </a:solidFill>
            </a:endParaRPr>
          </a:p>
          <a:p>
            <a:pPr indent="0" lvl="0" marL="0" marR="0" rtl="0" algn="l">
              <a:lnSpc>
                <a:spcPct val="115000"/>
              </a:lnSpc>
              <a:spcBef>
                <a:spcPts val="0"/>
              </a:spcBef>
              <a:spcAft>
                <a:spcPts val="0"/>
              </a:spcAft>
              <a:buNone/>
            </a:pPr>
            <a:r>
              <a:t/>
            </a:r>
            <a:endParaRPr sz="1600">
              <a:solidFill>
                <a:schemeClr val="dk1"/>
              </a:solidFill>
            </a:endParaRPr>
          </a:p>
          <a:p>
            <a:pPr indent="0" lvl="0" marL="0" marR="0" rtl="0" algn="l">
              <a:lnSpc>
                <a:spcPct val="115000"/>
              </a:lnSpc>
              <a:spcBef>
                <a:spcPts val="0"/>
              </a:spcBef>
              <a:spcAft>
                <a:spcPts val="0"/>
              </a:spcAft>
              <a:buNone/>
            </a:pPr>
            <a:r>
              <a:rPr lang="en" sz="1600">
                <a:solidFill>
                  <a:schemeClr val="dk1"/>
                </a:solidFill>
              </a:rPr>
              <a:t>Custom Game Loop → useEffect-based animation frame</a:t>
            </a:r>
            <a:endParaRPr sz="1600">
              <a:solidFill>
                <a:schemeClr val="dk1"/>
              </a:solidFill>
            </a:endParaRPr>
          </a:p>
          <a:p>
            <a:pPr indent="0" lvl="0" marL="457200" marR="0" rtl="0" algn="l">
              <a:lnSpc>
                <a:spcPct val="115000"/>
              </a:lnSpc>
              <a:spcBef>
                <a:spcPts val="0"/>
              </a:spcBef>
              <a:spcAft>
                <a:spcPts val="0"/>
              </a:spcAft>
              <a:buNone/>
            </a:pPr>
            <a:r>
              <a:t/>
            </a:r>
            <a:endParaRPr sz="1600">
              <a:solidFill>
                <a:schemeClr val="dk1"/>
              </a:solidFill>
            </a:endParaRPr>
          </a:p>
          <a:p>
            <a:pPr indent="0" lvl="0" marL="0" marR="0" rtl="0" algn="l">
              <a:lnSpc>
                <a:spcPct val="115000"/>
              </a:lnSpc>
              <a:spcBef>
                <a:spcPts val="0"/>
              </a:spcBef>
              <a:spcAft>
                <a:spcPts val="0"/>
              </a:spcAft>
              <a:buNone/>
            </a:pPr>
            <a:r>
              <a:rPr lang="en" sz="1600">
                <a:solidFill>
                  <a:schemeClr val="dk1"/>
                </a:solidFill>
              </a:rPr>
              <a:t>SQLite → highest score</a:t>
            </a:r>
            <a:endParaRPr b="1" sz="1600">
              <a:solidFill>
                <a:schemeClr val="dk1"/>
              </a:solidFill>
            </a:endParaRPr>
          </a:p>
        </p:txBody>
      </p:sp>
      <p:sp>
        <p:nvSpPr>
          <p:cNvPr id="1128" name="Google Shape;1128;p112"/>
          <p:cNvSpPr/>
          <p:nvPr/>
        </p:nvSpPr>
        <p:spPr>
          <a:xfrm>
            <a:off x="6272350" y="1756900"/>
            <a:ext cx="2080500" cy="1146300"/>
          </a:xfrm>
          <a:prstGeom prst="cloudCallout">
            <a:avLst>
              <a:gd fmla="val -20833" name="adj1"/>
              <a:gd fmla="val 62500" name="adj2"/>
            </a:avLst>
          </a:prstGeom>
          <a:solidFill>
            <a:srgbClr val="DA70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Why no Phaser/Unity?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13"/>
          <p:cNvSpPr txBox="1"/>
          <p:nvPr>
            <p:ph idx="4294967295" type="title"/>
          </p:nvPr>
        </p:nvSpPr>
        <p:spPr>
          <a:xfrm>
            <a:off x="487725" y="448051"/>
            <a:ext cx="5043000" cy="5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A7013"/>
                </a:solidFill>
              </a:rPr>
              <a:t>Data Handling</a:t>
            </a:r>
            <a:endParaRPr>
              <a:solidFill>
                <a:srgbClr val="DA7013"/>
              </a:solidFill>
              <a:latin typeface="Arial"/>
              <a:ea typeface="Arial"/>
              <a:cs typeface="Arial"/>
              <a:sym typeface="Arial"/>
            </a:endParaRPr>
          </a:p>
        </p:txBody>
      </p:sp>
      <p:sp>
        <p:nvSpPr>
          <p:cNvPr id="1134" name="Google Shape;1134;p113"/>
          <p:cNvSpPr txBox="1"/>
          <p:nvPr/>
        </p:nvSpPr>
        <p:spPr>
          <a:xfrm>
            <a:off x="504475" y="1013075"/>
            <a:ext cx="39765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chemeClr val="dk1"/>
                </a:solidFill>
              </a:rPr>
              <a:t>Frontend</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Each game calculates score locally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highlight>
                  <a:srgbClr val="C7C7C7"/>
                </a:highlight>
              </a:rPr>
              <a:t>useState</a:t>
            </a:r>
            <a:r>
              <a:rPr lang="en" sz="1600">
                <a:solidFill>
                  <a:schemeClr val="dk1"/>
                </a:solidFill>
              </a:rPr>
              <a:t> for live score display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highlight>
                  <a:srgbClr val="C7C7C7"/>
                </a:highlight>
              </a:rPr>
              <a:t>useRef</a:t>
            </a:r>
            <a:r>
              <a:rPr lang="en" sz="1600">
                <a:solidFill>
                  <a:schemeClr val="dk1"/>
                </a:solidFill>
              </a:rPr>
              <a:t> to store physics values without re-rendering</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Time-restricted session using shared </a:t>
            </a:r>
            <a:r>
              <a:rPr lang="en" sz="1600">
                <a:solidFill>
                  <a:schemeClr val="dk1"/>
                </a:solidFill>
                <a:highlight>
                  <a:srgbClr val="C7C7C7"/>
                </a:highlight>
              </a:rPr>
              <a:t>useGameTimer()</a:t>
            </a:r>
            <a:endParaRPr sz="1600">
              <a:solidFill>
                <a:schemeClr val="dk1"/>
              </a:solidFill>
              <a:highlight>
                <a:srgbClr val="C7C7C7"/>
              </a:highlight>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On game end → send { gameId, score } to backend</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Before game start → fetch highest score via GET API</a:t>
            </a:r>
            <a:endParaRPr sz="1600">
              <a:solidFill>
                <a:schemeClr val="dk1"/>
              </a:solidFill>
            </a:endParaRPr>
          </a:p>
          <a:p>
            <a:pPr indent="0" lvl="0" marL="0" marR="0" rtl="0" algn="l">
              <a:lnSpc>
                <a:spcPct val="115000"/>
              </a:lnSpc>
              <a:spcBef>
                <a:spcPts val="0"/>
              </a:spcBef>
              <a:spcAft>
                <a:spcPts val="0"/>
              </a:spcAft>
              <a:buNone/>
            </a:pPr>
            <a:r>
              <a:t/>
            </a:r>
            <a:endParaRPr b="1" sz="1600">
              <a:solidFill>
                <a:schemeClr val="dk1"/>
              </a:solidFill>
            </a:endParaRPr>
          </a:p>
        </p:txBody>
      </p:sp>
      <p:sp>
        <p:nvSpPr>
          <p:cNvPr id="1135" name="Google Shape;1135;p113"/>
          <p:cNvSpPr txBox="1"/>
          <p:nvPr/>
        </p:nvSpPr>
        <p:spPr>
          <a:xfrm>
            <a:off x="4711975" y="1013075"/>
            <a:ext cx="42669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chemeClr val="dk1"/>
                </a:solidFill>
              </a:rPr>
              <a:t>Backend</a:t>
            </a:r>
            <a:endParaRPr b="1" sz="1600">
              <a:solidFill>
                <a:schemeClr val="dk1"/>
              </a:solidFill>
            </a:endParaRPr>
          </a:p>
          <a:p>
            <a:pPr indent="0" lvl="0" marL="0" marR="0" rtl="0" algn="l">
              <a:lnSpc>
                <a:spcPct val="115000"/>
              </a:lnSpc>
              <a:spcBef>
                <a:spcPts val="0"/>
              </a:spcBef>
              <a:spcAft>
                <a:spcPts val="0"/>
              </a:spcAft>
              <a:buNone/>
            </a:pPr>
            <a:r>
              <a:rPr lang="en" sz="1600">
                <a:solidFill>
                  <a:schemeClr val="dk1"/>
                </a:solidFill>
              </a:rPr>
              <a:t>GET /game-scores/:gameId</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Authenticated</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Returns user’s highest score</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Defaults to 0 if no record exists</a:t>
            </a:r>
            <a:br>
              <a:rPr lang="en" sz="1600">
                <a:solidFill>
                  <a:schemeClr val="dk1"/>
                </a:solidFill>
              </a:rPr>
            </a:br>
            <a:endParaRPr sz="1600">
              <a:solidFill>
                <a:schemeClr val="dk1"/>
              </a:solidFill>
            </a:endParaRPr>
          </a:p>
          <a:p>
            <a:pPr indent="0" lvl="0" marL="0" marR="0" rtl="0" algn="l">
              <a:lnSpc>
                <a:spcPct val="115000"/>
              </a:lnSpc>
              <a:spcBef>
                <a:spcPts val="0"/>
              </a:spcBef>
              <a:spcAft>
                <a:spcPts val="0"/>
              </a:spcAft>
              <a:buNone/>
            </a:pPr>
            <a:r>
              <a:rPr lang="en" sz="1600">
                <a:solidFill>
                  <a:schemeClr val="dk1"/>
                </a:solidFill>
              </a:rPr>
              <a:t>POST /game-scores/update</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Inserts new record if none exists</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Updates only when score &gt; high_score</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Prevents client-side manipulation</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Auto-updates updated_at timestamp</a:t>
            </a:r>
            <a:endParaRPr sz="16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114"/>
          <p:cNvSpPr txBox="1"/>
          <p:nvPr>
            <p:ph idx="4294967295" type="title"/>
          </p:nvPr>
        </p:nvSpPr>
        <p:spPr>
          <a:xfrm>
            <a:off x="487725" y="448051"/>
            <a:ext cx="5043000" cy="5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A7013"/>
                </a:solidFill>
              </a:rPr>
              <a:t>Testing</a:t>
            </a:r>
            <a:endParaRPr>
              <a:solidFill>
                <a:srgbClr val="DA7013"/>
              </a:solidFill>
              <a:latin typeface="Arial"/>
              <a:ea typeface="Arial"/>
              <a:cs typeface="Arial"/>
              <a:sym typeface="Arial"/>
            </a:endParaRPr>
          </a:p>
        </p:txBody>
      </p:sp>
      <p:sp>
        <p:nvSpPr>
          <p:cNvPr id="1141" name="Google Shape;1141;p114"/>
          <p:cNvSpPr txBox="1"/>
          <p:nvPr/>
        </p:nvSpPr>
        <p:spPr>
          <a:xfrm>
            <a:off x="504475" y="1013075"/>
            <a:ext cx="39765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chemeClr val="dk1"/>
                </a:solidFill>
              </a:rPr>
              <a:t>Automated</a:t>
            </a:r>
            <a:endParaRPr b="1" sz="1600">
              <a:solidFill>
                <a:schemeClr val="dk1"/>
              </a:solidFill>
            </a:endParaRPr>
          </a:p>
          <a:p>
            <a:pPr indent="0" lvl="0" marL="0" marR="0" rtl="0" algn="l">
              <a:lnSpc>
                <a:spcPct val="115000"/>
              </a:lnSpc>
              <a:spcBef>
                <a:spcPts val="0"/>
              </a:spcBef>
              <a:spcAft>
                <a:spcPts val="0"/>
              </a:spcAft>
              <a:buNone/>
            </a:pPr>
            <a:r>
              <a:rPr lang="en">
                <a:solidFill>
                  <a:schemeClr val="dk1"/>
                </a:solidFill>
              </a:rPr>
              <a:t>Rendering tests for all games</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lang="en">
                <a:solidFill>
                  <a:schemeClr val="dk1"/>
                </a:solidFill>
              </a:rPr>
              <a:t>Ensure screens load without crashing</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lang="en">
                <a:solidFill>
                  <a:schemeClr val="dk1"/>
                </a:solidFill>
              </a:rPr>
              <a:t>Validate JSON component tree using toJSON()</a:t>
            </a:r>
            <a:endParaRPr>
              <a:solidFill>
                <a:schemeClr val="dk1"/>
              </a:solidFill>
            </a:endParaRPr>
          </a:p>
          <a:p>
            <a:pPr indent="0" lvl="0" marL="0" marR="0" rtl="0" algn="l">
              <a:lnSpc>
                <a:spcPct val="115000"/>
              </a:lnSpc>
              <a:spcBef>
                <a:spcPts val="0"/>
              </a:spcBef>
              <a:spcAft>
                <a:spcPts val="0"/>
              </a:spcAft>
              <a:buNone/>
            </a:pPr>
            <a:r>
              <a:rPr lang="en">
                <a:solidFill>
                  <a:schemeClr val="dk1"/>
                </a:solidFill>
              </a:rPr>
              <a:t>GameMenu Tests</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lang="en">
                <a:solidFill>
                  <a:schemeClr val="dk1"/>
                </a:solidFill>
              </a:rPr>
              <a:t>Buttons for Game 1 / Game 2 / Game 3 appear correctly</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lang="en">
                <a:solidFill>
                  <a:schemeClr val="dk1"/>
                </a:solidFill>
              </a:rPr>
              <a:t>Confirms navigation structure is wired correctly</a:t>
            </a:r>
            <a:endParaRPr>
              <a:solidFill>
                <a:schemeClr val="dk1"/>
              </a:solidFill>
            </a:endParaRPr>
          </a:p>
          <a:p>
            <a:pPr indent="0" lvl="0" marL="0" marR="0" rtl="0" algn="l">
              <a:lnSpc>
                <a:spcPct val="115000"/>
              </a:lnSpc>
              <a:spcBef>
                <a:spcPts val="0"/>
              </a:spcBef>
              <a:spcAft>
                <a:spcPts val="0"/>
              </a:spcAft>
              <a:buNone/>
            </a:pPr>
            <a:r>
              <a:rPr lang="en">
                <a:solidFill>
                  <a:schemeClr val="dk1"/>
                </a:solidFill>
              </a:rPr>
              <a:t>Basic Interaction Validation</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lang="en">
                <a:solidFill>
                  <a:schemeClr val="dk1"/>
                </a:solidFill>
              </a:rPr>
              <a:t>Ensures menu button labels and components render consistently</a:t>
            </a:r>
            <a:endParaRPr>
              <a:solidFill>
                <a:schemeClr val="dk1"/>
              </a:solidFill>
            </a:endParaRPr>
          </a:p>
        </p:txBody>
      </p:sp>
      <p:sp>
        <p:nvSpPr>
          <p:cNvPr id="1142" name="Google Shape;1142;p114"/>
          <p:cNvSpPr txBox="1"/>
          <p:nvPr/>
        </p:nvSpPr>
        <p:spPr>
          <a:xfrm>
            <a:off x="4711975" y="1013075"/>
            <a:ext cx="4266900" cy="378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chemeClr val="dk1"/>
                </a:solidFill>
              </a:rPr>
              <a:t>Manual</a:t>
            </a:r>
            <a:endParaRPr b="1"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Physics Behavior Validation</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Collision Detection Verification</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Timer Accuracy Testing</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Performance Testing</a:t>
            </a:r>
            <a:endParaRPr sz="1600">
              <a:solidFill>
                <a:schemeClr val="dk1"/>
              </a:solidFill>
            </a:endParaRPr>
          </a:p>
          <a:p>
            <a:pPr indent="-330200" lvl="0" marL="457200" marR="0" rtl="0" algn="l">
              <a:lnSpc>
                <a:spcPct val="115000"/>
              </a:lnSpc>
              <a:spcBef>
                <a:spcPts val="0"/>
              </a:spcBef>
              <a:spcAft>
                <a:spcPts val="0"/>
              </a:spcAft>
              <a:buClr>
                <a:schemeClr val="dk1"/>
              </a:buClr>
              <a:buSzPts val="1600"/>
              <a:buChar char="●"/>
            </a:pPr>
            <a:r>
              <a:rPr lang="en" sz="1600">
                <a:solidFill>
                  <a:schemeClr val="dk1"/>
                </a:solidFill>
              </a:rPr>
              <a:t>Bug Discovery &amp; Fixes</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eon Horizon">
  <a:themeElements>
    <a:clrScheme name="Simple Light">
      <a:dk1>
        <a:srgbClr val="000000"/>
      </a:dk1>
      <a:lt1>
        <a:srgbClr val="FFFFFF"/>
      </a:lt1>
      <a:dk2>
        <a:srgbClr val="595959"/>
      </a:dk2>
      <a:lt2>
        <a:srgbClr val="EEEEEE"/>
      </a:lt2>
      <a:accent1>
        <a:srgbClr val="C7C7C7"/>
      </a:accent1>
      <a:accent2>
        <a:srgbClr val="0048CF"/>
      </a:accent2>
      <a:accent3>
        <a:srgbClr val="FF3F00"/>
      </a:accent3>
      <a:accent4>
        <a:srgbClr val="FEB800"/>
      </a:accent4>
      <a:accent5>
        <a:srgbClr val="FFFFFF"/>
      </a:accent5>
      <a:accent6>
        <a:srgbClr val="000000"/>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